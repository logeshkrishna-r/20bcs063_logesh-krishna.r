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73" r:id="rId10"/>
    <p:sldId id="271" r:id="rId11"/>
    <p:sldId id="272" r:id="rId12"/>
    <p:sldId id="275" r:id="rId13"/>
    <p:sldId id="266" r:id="rId14"/>
    <p:sldId id="270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A96F5F-4E2B-4D40-A297-6AD3358DBAB4}" v="513" dt="2022-02-26T04:50:35.613"/>
    <p1510:client id="{4EB41CF8-F189-43CA-BBF6-4A281871740E}" v="161" dt="2022-01-30T05:32:52.420"/>
    <p1510:client id="{501650E7-6FF5-40B9-AD39-478E3E95AF64}" v="255" dt="2022-01-25T09:54:59.231"/>
    <p1510:client id="{768C0FA5-26B4-43F5-817F-BA14BED858C5}" v="1174" dt="2022-01-29T06:14:32.999"/>
    <p1510:client id="{7C542359-B69C-4BBA-AA6F-6CD6BFFBF4F2}" v="373" dt="2022-01-25T15:04:29.781"/>
    <p1510:client id="{96488C51-0261-44BF-ADA3-8E73510EB616}" v="240" dt="2022-01-29T06:40:05.027"/>
    <p1510:client id="{A9A57E5F-0475-49C3-BDF3-00A68962E861}" v="4" dt="2022-01-29T06:18:22.848"/>
    <p1510:client id="{CAE62B2F-C395-4829-8598-1577DA299A43}" v="24" dt="2022-01-29T06:17:03.4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AN KUMAR" userId="7dc274a8b73c7620" providerId="Windows Live" clId="Web-{7C542359-B69C-4BBA-AA6F-6CD6BFFBF4F2}"/>
    <pc:docChg chg="modSld">
      <pc:chgData name="MATHAN KUMAR" userId="7dc274a8b73c7620" providerId="Windows Live" clId="Web-{7C542359-B69C-4BBA-AA6F-6CD6BFFBF4F2}" dt="2022-01-25T15:04:13.937" v="338"/>
      <pc:docMkLst>
        <pc:docMk/>
      </pc:docMkLst>
      <pc:sldChg chg="modSp">
        <pc:chgData name="MATHAN KUMAR" userId="7dc274a8b73c7620" providerId="Windows Live" clId="Web-{7C542359-B69C-4BBA-AA6F-6CD6BFFBF4F2}" dt="2022-01-25T14:48:58.339" v="81"/>
        <pc:sldMkLst>
          <pc:docMk/>
          <pc:sldMk cId="1153811614" sldId="256"/>
        </pc:sldMkLst>
        <pc:graphicFrameChg chg="mod modGraphic">
          <ac:chgData name="MATHAN KUMAR" userId="7dc274a8b73c7620" providerId="Windows Live" clId="Web-{7C542359-B69C-4BBA-AA6F-6CD6BFFBF4F2}" dt="2022-01-25T14:48:58.339" v="81"/>
          <ac:graphicFrameMkLst>
            <pc:docMk/>
            <pc:sldMk cId="1153811614" sldId="256"/>
            <ac:graphicFrameMk id="5" creationId="{00000000-0000-0000-0000-000000000000}"/>
          </ac:graphicFrameMkLst>
        </pc:graphicFrameChg>
      </pc:sldChg>
      <pc:sldChg chg="modSp">
        <pc:chgData name="MATHAN KUMAR" userId="7dc274a8b73c7620" providerId="Windows Live" clId="Web-{7C542359-B69C-4BBA-AA6F-6CD6BFFBF4F2}" dt="2022-01-25T15:04:13.937" v="338"/>
        <pc:sldMkLst>
          <pc:docMk/>
          <pc:sldMk cId="557620155" sldId="259"/>
        </pc:sldMkLst>
        <pc:graphicFrameChg chg="mod modGraphic">
          <ac:chgData name="MATHAN KUMAR" userId="7dc274a8b73c7620" providerId="Windows Live" clId="Web-{7C542359-B69C-4BBA-AA6F-6CD6BFFBF4F2}" dt="2022-01-25T15:04:13.937" v="338"/>
          <ac:graphicFrameMkLst>
            <pc:docMk/>
            <pc:sldMk cId="557620155" sldId="259"/>
            <ac:graphicFrameMk id="6" creationId="{00000000-0000-0000-0000-000000000000}"/>
          </ac:graphicFrameMkLst>
        </pc:graphicFrameChg>
      </pc:sldChg>
      <pc:sldChg chg="modSp">
        <pc:chgData name="MATHAN KUMAR" userId="7dc274a8b73c7620" providerId="Windows Live" clId="Web-{7C542359-B69C-4BBA-AA6F-6CD6BFFBF4F2}" dt="2022-01-25T14:50:38.888" v="185"/>
        <pc:sldMkLst>
          <pc:docMk/>
          <pc:sldMk cId="1479434554" sldId="270"/>
        </pc:sldMkLst>
        <pc:graphicFrameChg chg="mod modGraphic">
          <ac:chgData name="MATHAN KUMAR" userId="7dc274a8b73c7620" providerId="Windows Live" clId="Web-{7C542359-B69C-4BBA-AA6F-6CD6BFFBF4F2}" dt="2022-01-25T14:50:38.888" v="185"/>
          <ac:graphicFrameMkLst>
            <pc:docMk/>
            <pc:sldMk cId="1479434554" sldId="270"/>
            <ac:graphicFrameMk id="4" creationId="{00000000-0000-0000-0000-000000000000}"/>
          </ac:graphicFrameMkLst>
        </pc:graphicFrameChg>
      </pc:sldChg>
    </pc:docChg>
  </pc:docChgLst>
  <pc:docChgLst>
    <pc:chgData name="MATHAN KUMAR" userId="7dc274a8b73c7620" providerId="Windows Live" clId="Web-{96488C51-0261-44BF-ADA3-8E73510EB616}"/>
    <pc:docChg chg="addSld modSld">
      <pc:chgData name="MATHAN KUMAR" userId="7dc274a8b73c7620" providerId="Windows Live" clId="Web-{96488C51-0261-44BF-ADA3-8E73510EB616}" dt="2022-01-29T06:40:03.058" v="231" actId="20577"/>
      <pc:docMkLst>
        <pc:docMk/>
      </pc:docMkLst>
      <pc:sldChg chg="modSp">
        <pc:chgData name="MATHAN KUMAR" userId="7dc274a8b73c7620" providerId="Windows Live" clId="Web-{96488C51-0261-44BF-ADA3-8E73510EB616}" dt="2022-01-29T06:40:03.058" v="231" actId="20577"/>
        <pc:sldMkLst>
          <pc:docMk/>
          <pc:sldMk cId="734954627" sldId="257"/>
        </pc:sldMkLst>
        <pc:spChg chg="mod">
          <ac:chgData name="MATHAN KUMAR" userId="7dc274a8b73c7620" providerId="Windows Live" clId="Web-{96488C51-0261-44BF-ADA3-8E73510EB616}" dt="2022-01-29T06:40:03.058" v="231" actId="20577"/>
          <ac:spMkLst>
            <pc:docMk/>
            <pc:sldMk cId="734954627" sldId="257"/>
            <ac:spMk id="3" creationId="{00000000-0000-0000-0000-000000000000}"/>
          </ac:spMkLst>
        </pc:spChg>
      </pc:sldChg>
      <pc:sldChg chg="modSp">
        <pc:chgData name="MATHAN KUMAR" userId="7dc274a8b73c7620" providerId="Windows Live" clId="Web-{96488C51-0261-44BF-ADA3-8E73510EB616}" dt="2022-01-29T06:38:32.541" v="217"/>
        <pc:sldMkLst>
          <pc:docMk/>
          <pc:sldMk cId="3458474757" sldId="269"/>
        </pc:sldMkLst>
        <pc:graphicFrameChg chg="mod modGraphic">
          <ac:chgData name="MATHAN KUMAR" userId="7dc274a8b73c7620" providerId="Windows Live" clId="Web-{96488C51-0261-44BF-ADA3-8E73510EB616}" dt="2022-01-29T06:38:32.541" v="217"/>
          <ac:graphicFrameMkLst>
            <pc:docMk/>
            <pc:sldMk cId="3458474757" sldId="269"/>
            <ac:graphicFrameMk id="6" creationId="{00000000-0000-0000-0000-000000000000}"/>
          </ac:graphicFrameMkLst>
        </pc:graphicFrameChg>
      </pc:sldChg>
      <pc:sldChg chg="modSp">
        <pc:chgData name="MATHAN KUMAR" userId="7dc274a8b73c7620" providerId="Windows Live" clId="Web-{96488C51-0261-44BF-ADA3-8E73510EB616}" dt="2022-01-29T06:37:40.634" v="215"/>
        <pc:sldMkLst>
          <pc:docMk/>
          <pc:sldMk cId="1479434554" sldId="270"/>
        </pc:sldMkLst>
        <pc:graphicFrameChg chg="mod modGraphic">
          <ac:chgData name="MATHAN KUMAR" userId="7dc274a8b73c7620" providerId="Windows Live" clId="Web-{96488C51-0261-44BF-ADA3-8E73510EB616}" dt="2022-01-29T06:37:40.634" v="215"/>
          <ac:graphicFrameMkLst>
            <pc:docMk/>
            <pc:sldMk cId="1479434554" sldId="270"/>
            <ac:graphicFrameMk id="3" creationId="{00000000-0000-0000-0000-000000000000}"/>
          </ac:graphicFrameMkLst>
        </pc:graphicFrameChg>
        <pc:graphicFrameChg chg="mod modGraphic">
          <ac:chgData name="MATHAN KUMAR" userId="7dc274a8b73c7620" providerId="Windows Live" clId="Web-{96488C51-0261-44BF-ADA3-8E73510EB616}" dt="2022-01-29T06:31:33.983" v="88"/>
          <ac:graphicFrameMkLst>
            <pc:docMk/>
            <pc:sldMk cId="1479434554" sldId="270"/>
            <ac:graphicFrameMk id="4" creationId="{00000000-0000-0000-0000-000000000000}"/>
          </ac:graphicFrameMkLst>
        </pc:graphicFrameChg>
      </pc:sldChg>
      <pc:sldChg chg="modSp add">
        <pc:chgData name="MATHAN KUMAR" userId="7dc274a8b73c7620" providerId="Windows Live" clId="Web-{96488C51-0261-44BF-ADA3-8E73510EB616}" dt="2022-01-29T06:24:03.161" v="24" actId="1076"/>
        <pc:sldMkLst>
          <pc:docMk/>
          <pc:sldMk cId="1899125664" sldId="271"/>
        </pc:sldMkLst>
        <pc:spChg chg="mod">
          <ac:chgData name="MATHAN KUMAR" userId="7dc274a8b73c7620" providerId="Windows Live" clId="Web-{96488C51-0261-44BF-ADA3-8E73510EB616}" dt="2022-01-29T06:24:03.161" v="24" actId="1076"/>
          <ac:spMkLst>
            <pc:docMk/>
            <pc:sldMk cId="1899125664" sldId="271"/>
            <ac:spMk id="4" creationId="{00000000-0000-0000-0000-000000000000}"/>
          </ac:spMkLst>
        </pc:spChg>
        <pc:spChg chg="mod">
          <ac:chgData name="MATHAN KUMAR" userId="7dc274a8b73c7620" providerId="Windows Live" clId="Web-{96488C51-0261-44BF-ADA3-8E73510EB616}" dt="2022-01-29T06:22:57.050" v="7" actId="20577"/>
          <ac:spMkLst>
            <pc:docMk/>
            <pc:sldMk cId="1899125664" sldId="271"/>
            <ac:spMk id="5" creationId="{00000000-0000-0000-0000-000000000000}"/>
          </ac:spMkLst>
        </pc:spChg>
      </pc:sldChg>
      <pc:sldChg chg="modSp add">
        <pc:chgData name="MATHAN KUMAR" userId="7dc274a8b73c7620" providerId="Windows Live" clId="Web-{96488C51-0261-44BF-ADA3-8E73510EB616}" dt="2022-01-29T06:24:16.427" v="25" actId="1076"/>
        <pc:sldMkLst>
          <pc:docMk/>
          <pc:sldMk cId="2794263878" sldId="272"/>
        </pc:sldMkLst>
        <pc:spChg chg="mod">
          <ac:chgData name="MATHAN KUMAR" userId="7dc274a8b73c7620" providerId="Windows Live" clId="Web-{96488C51-0261-44BF-ADA3-8E73510EB616}" dt="2022-01-29T06:24:16.427" v="25" actId="1076"/>
          <ac:spMkLst>
            <pc:docMk/>
            <pc:sldMk cId="2794263878" sldId="272"/>
            <ac:spMk id="4" creationId="{00000000-0000-0000-0000-000000000000}"/>
          </ac:spMkLst>
        </pc:spChg>
        <pc:spChg chg="mod">
          <ac:chgData name="MATHAN KUMAR" userId="7dc274a8b73c7620" providerId="Windows Live" clId="Web-{96488C51-0261-44BF-ADA3-8E73510EB616}" dt="2022-01-29T06:23:50.645" v="23" actId="20577"/>
          <ac:spMkLst>
            <pc:docMk/>
            <pc:sldMk cId="2794263878" sldId="272"/>
            <ac:spMk id="5" creationId="{00000000-0000-0000-0000-000000000000}"/>
          </ac:spMkLst>
        </pc:spChg>
      </pc:sldChg>
    </pc:docChg>
  </pc:docChgLst>
  <pc:docChgLst>
    <pc:chgData name="MATHAN KUMAR" userId="7dc274a8b73c7620" providerId="Windows Live" clId="Web-{768C0FA5-26B4-43F5-817F-BA14BED858C5}"/>
    <pc:docChg chg="modSld">
      <pc:chgData name="MATHAN KUMAR" userId="7dc274a8b73c7620" providerId="Windows Live" clId="Web-{768C0FA5-26B4-43F5-817F-BA14BED858C5}" dt="2022-01-29T06:14:32.999" v="1089"/>
      <pc:docMkLst>
        <pc:docMk/>
      </pc:docMkLst>
      <pc:sldChg chg="modSp">
        <pc:chgData name="MATHAN KUMAR" userId="7dc274a8b73c7620" providerId="Windows Live" clId="Web-{768C0FA5-26B4-43F5-817F-BA14BED858C5}" dt="2022-01-29T04:30:13.406" v="81"/>
        <pc:sldMkLst>
          <pc:docMk/>
          <pc:sldMk cId="1153811614" sldId="256"/>
        </pc:sldMkLst>
        <pc:graphicFrameChg chg="mod modGraphic">
          <ac:chgData name="MATHAN KUMAR" userId="7dc274a8b73c7620" providerId="Windows Live" clId="Web-{768C0FA5-26B4-43F5-817F-BA14BED858C5}" dt="2022-01-29T04:30:13.406" v="81"/>
          <ac:graphicFrameMkLst>
            <pc:docMk/>
            <pc:sldMk cId="1153811614" sldId="256"/>
            <ac:graphicFrameMk id="5" creationId="{00000000-0000-0000-0000-000000000000}"/>
          </ac:graphicFrameMkLst>
        </pc:graphicFrameChg>
      </pc:sldChg>
      <pc:sldChg chg="modSp">
        <pc:chgData name="MATHAN KUMAR" userId="7dc274a8b73c7620" providerId="Windows Live" clId="Web-{768C0FA5-26B4-43F5-817F-BA14BED858C5}" dt="2022-01-29T06:10:14.104" v="1029" actId="1076"/>
        <pc:sldMkLst>
          <pc:docMk/>
          <pc:sldMk cId="734954627" sldId="257"/>
        </pc:sldMkLst>
        <pc:spChg chg="mod">
          <ac:chgData name="MATHAN KUMAR" userId="7dc274a8b73c7620" providerId="Windows Live" clId="Web-{768C0FA5-26B4-43F5-817F-BA14BED858C5}" dt="2022-01-29T06:10:14.104" v="1029" actId="1076"/>
          <ac:spMkLst>
            <pc:docMk/>
            <pc:sldMk cId="734954627" sldId="257"/>
            <ac:spMk id="4" creationId="{00000000-0000-0000-0000-000000000000}"/>
          </ac:spMkLst>
        </pc:spChg>
        <pc:spChg chg="mod">
          <ac:chgData name="MATHAN KUMAR" userId="7dc274a8b73c7620" providerId="Windows Live" clId="Web-{768C0FA5-26B4-43F5-817F-BA14BED858C5}" dt="2022-01-29T05:29:38.877" v="336" actId="1076"/>
          <ac:spMkLst>
            <pc:docMk/>
            <pc:sldMk cId="734954627" sldId="257"/>
            <ac:spMk id="5" creationId="{00000000-0000-0000-0000-000000000000}"/>
          </ac:spMkLst>
        </pc:spChg>
      </pc:sldChg>
      <pc:sldChg chg="modSp">
        <pc:chgData name="MATHAN KUMAR" userId="7dc274a8b73c7620" providerId="Windows Live" clId="Web-{768C0FA5-26B4-43F5-817F-BA14BED858C5}" dt="2022-01-29T06:10:01.463" v="1028" actId="1076"/>
        <pc:sldMkLst>
          <pc:docMk/>
          <pc:sldMk cId="1921937122" sldId="258"/>
        </pc:sldMkLst>
        <pc:spChg chg="mod">
          <ac:chgData name="MATHAN KUMAR" userId="7dc274a8b73c7620" providerId="Windows Live" clId="Web-{768C0FA5-26B4-43F5-817F-BA14BED858C5}" dt="2022-01-29T06:10:01.463" v="1028" actId="1076"/>
          <ac:spMkLst>
            <pc:docMk/>
            <pc:sldMk cId="1921937122" sldId="258"/>
            <ac:spMk id="4" creationId="{00000000-0000-0000-0000-000000000000}"/>
          </ac:spMkLst>
        </pc:spChg>
        <pc:spChg chg="mod">
          <ac:chgData name="MATHAN KUMAR" userId="7dc274a8b73c7620" providerId="Windows Live" clId="Web-{768C0FA5-26B4-43F5-817F-BA14BED858C5}" dt="2022-01-29T05:30:00.580" v="339" actId="1076"/>
          <ac:spMkLst>
            <pc:docMk/>
            <pc:sldMk cId="1921937122" sldId="258"/>
            <ac:spMk id="5" creationId="{00000000-0000-0000-0000-000000000000}"/>
          </ac:spMkLst>
        </pc:spChg>
      </pc:sldChg>
      <pc:sldChg chg="modSp">
        <pc:chgData name="MATHAN KUMAR" userId="7dc274a8b73c7620" providerId="Windows Live" clId="Web-{768C0FA5-26B4-43F5-817F-BA14BED858C5}" dt="2022-01-29T06:09:53.197" v="1027" actId="1076"/>
        <pc:sldMkLst>
          <pc:docMk/>
          <pc:sldMk cId="557620155" sldId="259"/>
        </pc:sldMkLst>
        <pc:spChg chg="mod">
          <ac:chgData name="MATHAN KUMAR" userId="7dc274a8b73c7620" providerId="Windows Live" clId="Web-{768C0FA5-26B4-43F5-817F-BA14BED858C5}" dt="2022-01-29T06:09:53.197" v="1027" actId="1076"/>
          <ac:spMkLst>
            <pc:docMk/>
            <pc:sldMk cId="557620155" sldId="259"/>
            <ac:spMk id="4" creationId="{00000000-0000-0000-0000-000000000000}"/>
          </ac:spMkLst>
        </pc:spChg>
        <pc:spChg chg="mod">
          <ac:chgData name="MATHAN KUMAR" userId="7dc274a8b73c7620" providerId="Windows Live" clId="Web-{768C0FA5-26B4-43F5-817F-BA14BED858C5}" dt="2022-01-29T05:30:14.471" v="342" actId="1076"/>
          <ac:spMkLst>
            <pc:docMk/>
            <pc:sldMk cId="557620155" sldId="259"/>
            <ac:spMk id="5" creationId="{00000000-0000-0000-0000-000000000000}"/>
          </ac:spMkLst>
        </pc:spChg>
        <pc:graphicFrameChg chg="mod modGraphic">
          <ac:chgData name="MATHAN KUMAR" userId="7dc274a8b73c7620" providerId="Windows Live" clId="Web-{768C0FA5-26B4-43F5-817F-BA14BED858C5}" dt="2022-01-29T05:59:42.467" v="804"/>
          <ac:graphicFrameMkLst>
            <pc:docMk/>
            <pc:sldMk cId="557620155" sldId="259"/>
            <ac:graphicFrameMk id="6" creationId="{00000000-0000-0000-0000-000000000000}"/>
          </ac:graphicFrameMkLst>
        </pc:graphicFrameChg>
      </pc:sldChg>
      <pc:sldChg chg="modSp">
        <pc:chgData name="MATHAN KUMAR" userId="7dc274a8b73c7620" providerId="Windows Live" clId="Web-{768C0FA5-26B4-43F5-817F-BA14BED858C5}" dt="2022-01-29T06:09:42.603" v="1026" actId="1076"/>
        <pc:sldMkLst>
          <pc:docMk/>
          <pc:sldMk cId="2671215120" sldId="260"/>
        </pc:sldMkLst>
        <pc:spChg chg="mod">
          <ac:chgData name="MATHAN KUMAR" userId="7dc274a8b73c7620" providerId="Windows Live" clId="Web-{768C0FA5-26B4-43F5-817F-BA14BED858C5}" dt="2022-01-29T06:09:42.603" v="1026" actId="1076"/>
          <ac:spMkLst>
            <pc:docMk/>
            <pc:sldMk cId="2671215120" sldId="260"/>
            <ac:spMk id="4" creationId="{00000000-0000-0000-0000-000000000000}"/>
          </ac:spMkLst>
        </pc:spChg>
        <pc:spChg chg="mod">
          <ac:chgData name="MATHAN KUMAR" userId="7dc274a8b73c7620" providerId="Windows Live" clId="Web-{768C0FA5-26B4-43F5-817F-BA14BED858C5}" dt="2022-01-29T05:30:26.815" v="344" actId="1076"/>
          <ac:spMkLst>
            <pc:docMk/>
            <pc:sldMk cId="2671215120" sldId="260"/>
            <ac:spMk id="5" creationId="{00000000-0000-0000-0000-000000000000}"/>
          </ac:spMkLst>
        </pc:spChg>
      </pc:sldChg>
      <pc:sldChg chg="addSp modSp">
        <pc:chgData name="MATHAN KUMAR" userId="7dc274a8b73c7620" providerId="Windows Live" clId="Web-{768C0FA5-26B4-43F5-817F-BA14BED858C5}" dt="2022-01-29T06:14:32.999" v="1089"/>
        <pc:sldMkLst>
          <pc:docMk/>
          <pc:sldMk cId="1567283880" sldId="262"/>
        </pc:sldMkLst>
        <pc:spChg chg="mod">
          <ac:chgData name="MATHAN KUMAR" userId="7dc274a8b73c7620" providerId="Windows Live" clId="Web-{768C0FA5-26B4-43F5-817F-BA14BED858C5}" dt="2022-01-29T06:14:15.842" v="1088" actId="14100"/>
          <ac:spMkLst>
            <pc:docMk/>
            <pc:sldMk cId="1567283880" sldId="262"/>
            <ac:spMk id="3" creationId="{00000000-0000-0000-0000-000000000000}"/>
          </ac:spMkLst>
        </pc:spChg>
        <pc:spChg chg="mod">
          <ac:chgData name="MATHAN KUMAR" userId="7dc274a8b73c7620" providerId="Windows Live" clId="Web-{768C0FA5-26B4-43F5-817F-BA14BED858C5}" dt="2022-01-29T06:09:30.087" v="1024" actId="1076"/>
          <ac:spMkLst>
            <pc:docMk/>
            <pc:sldMk cId="1567283880" sldId="262"/>
            <ac:spMk id="4" creationId="{00000000-0000-0000-0000-000000000000}"/>
          </ac:spMkLst>
        </pc:spChg>
        <pc:spChg chg="mod">
          <ac:chgData name="MATHAN KUMAR" userId="7dc274a8b73c7620" providerId="Windows Live" clId="Web-{768C0FA5-26B4-43F5-817F-BA14BED858C5}" dt="2022-01-29T05:31:04.160" v="348" actId="1076"/>
          <ac:spMkLst>
            <pc:docMk/>
            <pc:sldMk cId="1567283880" sldId="262"/>
            <ac:spMk id="5" creationId="{00000000-0000-0000-0000-000000000000}"/>
          </ac:spMkLst>
        </pc:spChg>
        <pc:spChg chg="add mod">
          <ac:chgData name="MATHAN KUMAR" userId="7dc274a8b73c7620" providerId="Windows Live" clId="Web-{768C0FA5-26B4-43F5-817F-BA14BED858C5}" dt="2022-01-29T06:13:29.388" v="1085" actId="20577"/>
          <ac:spMkLst>
            <pc:docMk/>
            <pc:sldMk cId="1567283880" sldId="262"/>
            <ac:spMk id="6" creationId="{788C86DE-7EE7-4FCE-A809-6159C4C7C7A1}"/>
          </ac:spMkLst>
        </pc:spChg>
        <pc:spChg chg="add">
          <ac:chgData name="MATHAN KUMAR" userId="7dc274a8b73c7620" providerId="Windows Live" clId="Web-{768C0FA5-26B4-43F5-817F-BA14BED858C5}" dt="2022-01-29T06:14:32.999" v="1089"/>
          <ac:spMkLst>
            <pc:docMk/>
            <pc:sldMk cId="1567283880" sldId="262"/>
            <ac:spMk id="7" creationId="{676C231F-ABE4-4036-BB54-C0D5EE53C4B6}"/>
          </ac:spMkLst>
        </pc:spChg>
      </pc:sldChg>
      <pc:sldChg chg="addSp delSp modSp">
        <pc:chgData name="MATHAN KUMAR" userId="7dc274a8b73c7620" providerId="Windows Live" clId="Web-{768C0FA5-26B4-43F5-817F-BA14BED858C5}" dt="2022-01-29T06:12:34.950" v="1059"/>
        <pc:sldMkLst>
          <pc:docMk/>
          <pc:sldMk cId="2306014996" sldId="264"/>
        </pc:sldMkLst>
        <pc:spChg chg="mod">
          <ac:chgData name="MATHAN KUMAR" userId="7dc274a8b73c7620" providerId="Windows Live" clId="Web-{768C0FA5-26B4-43F5-817F-BA14BED858C5}" dt="2022-01-29T06:12:01.043" v="1043" actId="20577"/>
          <ac:spMkLst>
            <pc:docMk/>
            <pc:sldMk cId="2306014996" sldId="264"/>
            <ac:spMk id="3" creationId="{00000000-0000-0000-0000-000000000000}"/>
          </ac:spMkLst>
        </pc:spChg>
        <pc:spChg chg="mod">
          <ac:chgData name="MATHAN KUMAR" userId="7dc274a8b73c7620" providerId="Windows Live" clId="Web-{768C0FA5-26B4-43F5-817F-BA14BED858C5}" dt="2022-01-29T06:09:14.462" v="1023" actId="1076"/>
          <ac:spMkLst>
            <pc:docMk/>
            <pc:sldMk cId="2306014996" sldId="264"/>
            <ac:spMk id="4" creationId="{00000000-0000-0000-0000-000000000000}"/>
          </ac:spMkLst>
        </pc:spChg>
        <pc:spChg chg="mod">
          <ac:chgData name="MATHAN KUMAR" userId="7dc274a8b73c7620" providerId="Windows Live" clId="Web-{768C0FA5-26B4-43F5-817F-BA14BED858C5}" dt="2022-01-29T05:48:56.952" v="500" actId="20577"/>
          <ac:spMkLst>
            <pc:docMk/>
            <pc:sldMk cId="2306014996" sldId="264"/>
            <ac:spMk id="5" creationId="{00000000-0000-0000-0000-000000000000}"/>
          </ac:spMkLst>
        </pc:spChg>
        <pc:spChg chg="add del">
          <ac:chgData name="MATHAN KUMAR" userId="7dc274a8b73c7620" providerId="Windows Live" clId="Web-{768C0FA5-26B4-43F5-817F-BA14BED858C5}" dt="2022-01-29T06:12:34.950" v="1059"/>
          <ac:spMkLst>
            <pc:docMk/>
            <pc:sldMk cId="2306014996" sldId="264"/>
            <ac:spMk id="6" creationId="{329BC741-FDEF-494E-AF24-A285C05F00EB}"/>
          </ac:spMkLst>
        </pc:spChg>
        <pc:spChg chg="add del">
          <ac:chgData name="MATHAN KUMAR" userId="7dc274a8b73c7620" providerId="Windows Live" clId="Web-{768C0FA5-26B4-43F5-817F-BA14BED858C5}" dt="2022-01-29T06:12:34.356" v="1058"/>
          <ac:spMkLst>
            <pc:docMk/>
            <pc:sldMk cId="2306014996" sldId="264"/>
            <ac:spMk id="7" creationId="{899CDFA6-5B17-48DB-B563-17A5895209D1}"/>
          </ac:spMkLst>
        </pc:spChg>
      </pc:sldChg>
      <pc:sldChg chg="modSp">
        <pc:chgData name="MATHAN KUMAR" userId="7dc274a8b73c7620" providerId="Windows Live" clId="Web-{768C0FA5-26B4-43F5-817F-BA14BED858C5}" dt="2022-01-29T06:09:04.852" v="1022" actId="1076"/>
        <pc:sldMkLst>
          <pc:docMk/>
          <pc:sldMk cId="1086122351" sldId="266"/>
        </pc:sldMkLst>
        <pc:spChg chg="mod">
          <ac:chgData name="MATHAN KUMAR" userId="7dc274a8b73c7620" providerId="Windows Live" clId="Web-{768C0FA5-26B4-43F5-817F-BA14BED858C5}" dt="2022-01-29T06:09:04.852" v="1022" actId="1076"/>
          <ac:spMkLst>
            <pc:docMk/>
            <pc:sldMk cId="1086122351" sldId="266"/>
            <ac:spMk id="3" creationId="{00000000-0000-0000-0000-000000000000}"/>
          </ac:spMkLst>
        </pc:spChg>
        <pc:spChg chg="mod">
          <ac:chgData name="MATHAN KUMAR" userId="7dc274a8b73c7620" providerId="Windows Live" clId="Web-{768C0FA5-26B4-43F5-817F-BA14BED858C5}" dt="2022-01-29T05:32:05.648" v="357" actId="1076"/>
          <ac:spMkLst>
            <pc:docMk/>
            <pc:sldMk cId="1086122351" sldId="266"/>
            <ac:spMk id="5" creationId="{00000000-0000-0000-0000-000000000000}"/>
          </ac:spMkLst>
        </pc:spChg>
      </pc:sldChg>
      <pc:sldChg chg="modSp">
        <pc:chgData name="MATHAN KUMAR" userId="7dc274a8b73c7620" providerId="Windows Live" clId="Web-{768C0FA5-26B4-43F5-817F-BA14BED858C5}" dt="2022-01-29T06:09:35.947" v="1025" actId="1076"/>
        <pc:sldMkLst>
          <pc:docMk/>
          <pc:sldMk cId="2722205742" sldId="268"/>
        </pc:sldMkLst>
        <pc:spChg chg="mod">
          <ac:chgData name="MATHAN KUMAR" userId="7dc274a8b73c7620" providerId="Windows Live" clId="Web-{768C0FA5-26B4-43F5-817F-BA14BED858C5}" dt="2022-01-29T06:09:35.947" v="1025" actId="1076"/>
          <ac:spMkLst>
            <pc:docMk/>
            <pc:sldMk cId="2722205742" sldId="268"/>
            <ac:spMk id="4" creationId="{00000000-0000-0000-0000-000000000000}"/>
          </ac:spMkLst>
        </pc:spChg>
        <pc:spChg chg="mod">
          <ac:chgData name="MATHAN KUMAR" userId="7dc274a8b73c7620" providerId="Windows Live" clId="Web-{768C0FA5-26B4-43F5-817F-BA14BED858C5}" dt="2022-01-29T05:30:41.581" v="346" actId="1076"/>
          <ac:spMkLst>
            <pc:docMk/>
            <pc:sldMk cId="2722205742" sldId="268"/>
            <ac:spMk id="5" creationId="{00000000-0000-0000-0000-000000000000}"/>
          </ac:spMkLst>
        </pc:spChg>
      </pc:sldChg>
      <pc:sldChg chg="modSp">
        <pc:chgData name="MATHAN KUMAR" userId="7dc274a8b73c7620" providerId="Windows Live" clId="Web-{768C0FA5-26B4-43F5-817F-BA14BED858C5}" dt="2022-01-29T06:08:56.118" v="1021" actId="1076"/>
        <pc:sldMkLst>
          <pc:docMk/>
          <pc:sldMk cId="3458474757" sldId="269"/>
        </pc:sldMkLst>
        <pc:spChg chg="mod">
          <ac:chgData name="MATHAN KUMAR" userId="7dc274a8b73c7620" providerId="Windows Live" clId="Web-{768C0FA5-26B4-43F5-817F-BA14BED858C5}" dt="2022-01-29T06:08:56.118" v="1021" actId="1076"/>
          <ac:spMkLst>
            <pc:docMk/>
            <pc:sldMk cId="3458474757" sldId="269"/>
            <ac:spMk id="4" creationId="{00000000-0000-0000-0000-000000000000}"/>
          </ac:spMkLst>
        </pc:spChg>
        <pc:spChg chg="mod">
          <ac:chgData name="MATHAN KUMAR" userId="7dc274a8b73c7620" providerId="Windows Live" clId="Web-{768C0FA5-26B4-43F5-817F-BA14BED858C5}" dt="2022-01-29T05:33:51.587" v="376" actId="1076"/>
          <ac:spMkLst>
            <pc:docMk/>
            <pc:sldMk cId="3458474757" sldId="269"/>
            <ac:spMk id="5" creationId="{00000000-0000-0000-0000-000000000000}"/>
          </ac:spMkLst>
        </pc:spChg>
        <pc:graphicFrameChg chg="mod modGraphic">
          <ac:chgData name="MATHAN KUMAR" userId="7dc274a8b73c7620" providerId="Windows Live" clId="Web-{768C0FA5-26B4-43F5-817F-BA14BED858C5}" dt="2022-01-29T06:08:30.180" v="1019"/>
          <ac:graphicFrameMkLst>
            <pc:docMk/>
            <pc:sldMk cId="3458474757" sldId="269"/>
            <ac:graphicFrameMk id="6" creationId="{00000000-0000-0000-0000-000000000000}"/>
          </ac:graphicFrameMkLst>
        </pc:graphicFrameChg>
      </pc:sldChg>
      <pc:sldChg chg="modSp">
        <pc:chgData name="MATHAN KUMAR" userId="7dc274a8b73c7620" providerId="Windows Live" clId="Web-{768C0FA5-26B4-43F5-817F-BA14BED858C5}" dt="2022-01-29T06:08:50.618" v="1020" actId="1076"/>
        <pc:sldMkLst>
          <pc:docMk/>
          <pc:sldMk cId="1479434554" sldId="270"/>
        </pc:sldMkLst>
        <pc:spChg chg="mod">
          <ac:chgData name="MATHAN KUMAR" userId="7dc274a8b73c7620" providerId="Windows Live" clId="Web-{768C0FA5-26B4-43F5-817F-BA14BED858C5}" dt="2022-01-29T06:08:50.618" v="1020" actId="1076"/>
          <ac:spMkLst>
            <pc:docMk/>
            <pc:sldMk cId="1479434554" sldId="270"/>
            <ac:spMk id="5" creationId="{00000000-0000-0000-0000-000000000000}"/>
          </ac:spMkLst>
        </pc:spChg>
        <pc:spChg chg="mod">
          <ac:chgData name="MATHAN KUMAR" userId="7dc274a8b73c7620" providerId="Windows Live" clId="Web-{768C0FA5-26B4-43F5-817F-BA14BED858C5}" dt="2022-01-29T05:47:41.779" v="494" actId="14100"/>
          <ac:spMkLst>
            <pc:docMk/>
            <pc:sldMk cId="1479434554" sldId="270"/>
            <ac:spMk id="6" creationId="{00000000-0000-0000-0000-000000000000}"/>
          </ac:spMkLst>
        </pc:spChg>
        <pc:graphicFrameChg chg="mod modGraphic">
          <ac:chgData name="MATHAN KUMAR" userId="7dc274a8b73c7620" providerId="Windows Live" clId="Web-{768C0FA5-26B4-43F5-817F-BA14BED858C5}" dt="2022-01-29T05:45:05.365" v="485"/>
          <ac:graphicFrameMkLst>
            <pc:docMk/>
            <pc:sldMk cId="1479434554" sldId="270"/>
            <ac:graphicFrameMk id="3" creationId="{00000000-0000-0000-0000-000000000000}"/>
          </ac:graphicFrameMkLst>
        </pc:graphicFrameChg>
        <pc:graphicFrameChg chg="mod modGraphic">
          <ac:chgData name="MATHAN KUMAR" userId="7dc274a8b73c7620" providerId="Windows Live" clId="Web-{768C0FA5-26B4-43F5-817F-BA14BED858C5}" dt="2022-01-29T05:51:01.442" v="608"/>
          <ac:graphicFrameMkLst>
            <pc:docMk/>
            <pc:sldMk cId="1479434554" sldId="270"/>
            <ac:graphicFrameMk id="4" creationId="{00000000-0000-0000-0000-000000000000}"/>
          </ac:graphicFrameMkLst>
        </pc:graphicFrameChg>
      </pc:sldChg>
    </pc:docChg>
  </pc:docChgLst>
  <pc:docChgLst>
    <pc:chgData name="MATHAN KUMAR" userId="7dc274a8b73c7620" providerId="Windows Live" clId="Web-{A9A57E5F-0475-49C3-BDF3-00A68962E861}"/>
    <pc:docChg chg="addSld delSld">
      <pc:chgData name="MATHAN KUMAR" userId="7dc274a8b73c7620" providerId="Windows Live" clId="Web-{A9A57E5F-0475-49C3-BDF3-00A68962E861}" dt="2022-01-29T06:18:22.848" v="3"/>
      <pc:docMkLst>
        <pc:docMk/>
      </pc:docMkLst>
      <pc:sldChg chg="del">
        <pc:chgData name="MATHAN KUMAR" userId="7dc274a8b73c7620" providerId="Windows Live" clId="Web-{A9A57E5F-0475-49C3-BDF3-00A68962E861}" dt="2022-01-29T06:18:16.489" v="2"/>
        <pc:sldMkLst>
          <pc:docMk/>
          <pc:sldMk cId="1567283880" sldId="262"/>
        </pc:sldMkLst>
      </pc:sldChg>
      <pc:sldChg chg="del">
        <pc:chgData name="MATHAN KUMAR" userId="7dc274a8b73c7620" providerId="Windows Live" clId="Web-{A9A57E5F-0475-49C3-BDF3-00A68962E861}" dt="2022-01-29T06:18:22.848" v="3"/>
        <pc:sldMkLst>
          <pc:docMk/>
          <pc:sldMk cId="2306014996" sldId="264"/>
        </pc:sldMkLst>
      </pc:sldChg>
      <pc:sldChg chg="new del">
        <pc:chgData name="MATHAN KUMAR" userId="7dc274a8b73c7620" providerId="Windows Live" clId="Web-{A9A57E5F-0475-49C3-BDF3-00A68962E861}" dt="2022-01-29T06:18:02.989" v="1"/>
        <pc:sldMkLst>
          <pc:docMk/>
          <pc:sldMk cId="960831669" sldId="271"/>
        </pc:sldMkLst>
      </pc:sldChg>
    </pc:docChg>
  </pc:docChgLst>
  <pc:docChgLst>
    <pc:chgData clId="Web-{768C0FA5-26B4-43F5-817F-BA14BED858C5}"/>
    <pc:docChg chg="modSld">
      <pc:chgData name="" userId="" providerId="" clId="Web-{768C0FA5-26B4-43F5-817F-BA14BED858C5}" dt="2022-01-29T04:29:16.530" v="3"/>
      <pc:docMkLst>
        <pc:docMk/>
      </pc:docMkLst>
      <pc:sldChg chg="modSp">
        <pc:chgData name="" userId="" providerId="" clId="Web-{768C0FA5-26B4-43F5-817F-BA14BED858C5}" dt="2022-01-29T04:29:16.530" v="3"/>
        <pc:sldMkLst>
          <pc:docMk/>
          <pc:sldMk cId="1153811614" sldId="256"/>
        </pc:sldMkLst>
        <pc:graphicFrameChg chg="mod modGraphic">
          <ac:chgData name="" userId="" providerId="" clId="Web-{768C0FA5-26B4-43F5-817F-BA14BED858C5}" dt="2022-01-29T04:29:16.530" v="3"/>
          <ac:graphicFrameMkLst>
            <pc:docMk/>
            <pc:sldMk cId="1153811614" sldId="256"/>
            <ac:graphicFrameMk id="5" creationId="{00000000-0000-0000-0000-000000000000}"/>
          </ac:graphicFrameMkLst>
        </pc:graphicFrameChg>
      </pc:sldChg>
    </pc:docChg>
  </pc:docChgLst>
  <pc:docChgLst>
    <pc:chgData name="MATHAN KUMAR" userId="7dc274a8b73c7620" providerId="Windows Live" clId="Web-{CAE62B2F-C395-4829-8598-1577DA299A43}"/>
    <pc:docChg chg="modSld">
      <pc:chgData name="MATHAN KUMAR" userId="7dc274a8b73c7620" providerId="Windows Live" clId="Web-{CAE62B2F-C395-4829-8598-1577DA299A43}" dt="2022-01-29T06:17:03.419" v="21"/>
      <pc:docMkLst>
        <pc:docMk/>
      </pc:docMkLst>
      <pc:sldChg chg="addSp delSp modSp">
        <pc:chgData name="MATHAN KUMAR" userId="7dc274a8b73c7620" providerId="Windows Live" clId="Web-{CAE62B2F-C395-4829-8598-1577DA299A43}" dt="2022-01-29T06:17:03.419" v="21"/>
        <pc:sldMkLst>
          <pc:docMk/>
          <pc:sldMk cId="1567283880" sldId="262"/>
        </pc:sldMkLst>
        <pc:spChg chg="del">
          <ac:chgData name="MATHAN KUMAR" userId="7dc274a8b73c7620" providerId="Windows Live" clId="Web-{CAE62B2F-C395-4829-8598-1577DA299A43}" dt="2022-01-29T06:16:03.324" v="6"/>
          <ac:spMkLst>
            <pc:docMk/>
            <pc:sldMk cId="1567283880" sldId="262"/>
            <ac:spMk id="6" creationId="{788C86DE-7EE7-4FCE-A809-6159C4C7C7A1}"/>
          </ac:spMkLst>
        </pc:spChg>
        <pc:spChg chg="del mod">
          <ac:chgData name="MATHAN KUMAR" userId="7dc274a8b73c7620" providerId="Windows Live" clId="Web-{CAE62B2F-C395-4829-8598-1577DA299A43}" dt="2022-01-29T06:16:03.324" v="5"/>
          <ac:spMkLst>
            <pc:docMk/>
            <pc:sldMk cId="1567283880" sldId="262"/>
            <ac:spMk id="7" creationId="{676C231F-ABE4-4036-BB54-C0D5EE53C4B6}"/>
          </ac:spMkLst>
        </pc:spChg>
        <pc:spChg chg="add del mod">
          <ac:chgData name="MATHAN KUMAR" userId="7dc274a8b73c7620" providerId="Windows Live" clId="Web-{CAE62B2F-C395-4829-8598-1577DA299A43}" dt="2022-01-29T06:16:03.324" v="4"/>
          <ac:spMkLst>
            <pc:docMk/>
            <pc:sldMk cId="1567283880" sldId="262"/>
            <ac:spMk id="8" creationId="{ECB4B9F8-AB87-484B-B4B5-8868ADF6AF81}"/>
          </ac:spMkLst>
        </pc:spChg>
        <pc:spChg chg="add del mod">
          <ac:chgData name="MATHAN KUMAR" userId="7dc274a8b73c7620" providerId="Windows Live" clId="Web-{CAE62B2F-C395-4829-8598-1577DA299A43}" dt="2022-01-29T06:17:03.419" v="21"/>
          <ac:spMkLst>
            <pc:docMk/>
            <pc:sldMk cId="1567283880" sldId="262"/>
            <ac:spMk id="9" creationId="{F0FA2843-D7E3-48F6-90DF-AC107B2CECF0}"/>
          </ac:spMkLst>
        </pc:spChg>
      </pc:sldChg>
    </pc:docChg>
  </pc:docChgLst>
  <pc:docChgLst>
    <pc:chgData name="MATHAN KUMAR" userId="7dc274a8b73c7620" providerId="Windows Live" clId="Web-{21A96F5F-4E2B-4D40-A297-6AD3358DBAB4}"/>
    <pc:docChg chg="modSld">
      <pc:chgData name="MATHAN KUMAR" userId="7dc274a8b73c7620" providerId="Windows Live" clId="Web-{21A96F5F-4E2B-4D40-A297-6AD3358DBAB4}" dt="2022-02-26T04:50:35.613" v="489"/>
      <pc:docMkLst>
        <pc:docMk/>
      </pc:docMkLst>
      <pc:sldChg chg="modSp">
        <pc:chgData name="MATHAN KUMAR" userId="7dc274a8b73c7620" providerId="Windows Live" clId="Web-{21A96F5F-4E2B-4D40-A297-6AD3358DBAB4}" dt="2022-02-26T04:47:49.868" v="461" actId="20577"/>
        <pc:sldMkLst>
          <pc:docMk/>
          <pc:sldMk cId="1921937122" sldId="258"/>
        </pc:sldMkLst>
        <pc:spChg chg="mod">
          <ac:chgData name="MATHAN KUMAR" userId="7dc274a8b73c7620" providerId="Windows Live" clId="Web-{21A96F5F-4E2B-4D40-A297-6AD3358DBAB4}" dt="2022-02-26T04:47:49.868" v="461" actId="20577"/>
          <ac:spMkLst>
            <pc:docMk/>
            <pc:sldMk cId="1921937122" sldId="258"/>
            <ac:spMk id="3" creationId="{00000000-0000-0000-0000-000000000000}"/>
          </ac:spMkLst>
        </pc:spChg>
      </pc:sldChg>
      <pc:sldChg chg="addSp">
        <pc:chgData name="MATHAN KUMAR" userId="7dc274a8b73c7620" providerId="Windows Live" clId="Web-{21A96F5F-4E2B-4D40-A297-6AD3358DBAB4}" dt="2022-02-26T04:50:35.613" v="489"/>
        <pc:sldMkLst>
          <pc:docMk/>
          <pc:sldMk cId="557620155" sldId="259"/>
        </pc:sldMkLst>
        <pc:spChg chg="add">
          <ac:chgData name="MATHAN KUMAR" userId="7dc274a8b73c7620" providerId="Windows Live" clId="Web-{21A96F5F-4E2B-4D40-A297-6AD3358DBAB4}" dt="2022-02-26T04:50:35.613" v="489"/>
          <ac:spMkLst>
            <pc:docMk/>
            <pc:sldMk cId="557620155" sldId="259"/>
            <ac:spMk id="3" creationId="{2A40AEF7-40F6-4669-A211-1C1E14715FA6}"/>
          </ac:spMkLst>
        </pc:spChg>
      </pc:sldChg>
      <pc:sldChg chg="modSp">
        <pc:chgData name="MATHAN KUMAR" userId="7dc274a8b73c7620" providerId="Windows Live" clId="Web-{21A96F5F-4E2B-4D40-A297-6AD3358DBAB4}" dt="2022-02-26T04:35:37.336" v="309" actId="20577"/>
        <pc:sldMkLst>
          <pc:docMk/>
          <pc:sldMk cId="2671215120" sldId="260"/>
        </pc:sldMkLst>
        <pc:spChg chg="mod">
          <ac:chgData name="MATHAN KUMAR" userId="7dc274a8b73c7620" providerId="Windows Live" clId="Web-{21A96F5F-4E2B-4D40-A297-6AD3358DBAB4}" dt="2022-02-26T04:35:37.336" v="309" actId="20577"/>
          <ac:spMkLst>
            <pc:docMk/>
            <pc:sldMk cId="2671215120" sldId="260"/>
            <ac:spMk id="3" creationId="{00000000-0000-0000-0000-000000000000}"/>
          </ac:spMkLst>
        </pc:spChg>
      </pc:sldChg>
      <pc:sldChg chg="modSp">
        <pc:chgData name="MATHAN KUMAR" userId="7dc274a8b73c7620" providerId="Windows Live" clId="Web-{21A96F5F-4E2B-4D40-A297-6AD3358DBAB4}" dt="2022-02-26T04:41:12.155" v="434"/>
        <pc:sldMkLst>
          <pc:docMk/>
          <pc:sldMk cId="3458474757" sldId="269"/>
        </pc:sldMkLst>
        <pc:graphicFrameChg chg="mod modGraphic">
          <ac:chgData name="MATHAN KUMAR" userId="7dc274a8b73c7620" providerId="Windows Live" clId="Web-{21A96F5F-4E2B-4D40-A297-6AD3358DBAB4}" dt="2022-02-26T04:41:12.155" v="434"/>
          <ac:graphicFrameMkLst>
            <pc:docMk/>
            <pc:sldMk cId="3458474757" sldId="269"/>
            <ac:graphicFrameMk id="6" creationId="{00000000-0000-0000-0000-000000000000}"/>
          </ac:graphicFrameMkLst>
        </pc:graphicFrameChg>
      </pc:sldChg>
      <pc:sldChg chg="modSp">
        <pc:chgData name="MATHAN KUMAR" userId="7dc274a8b73c7620" providerId="Windows Live" clId="Web-{21A96F5F-4E2B-4D40-A297-6AD3358DBAB4}" dt="2022-02-26T04:49:43.235" v="488" actId="20577"/>
        <pc:sldMkLst>
          <pc:docMk/>
          <pc:sldMk cId="1899125664" sldId="271"/>
        </pc:sldMkLst>
        <pc:spChg chg="mod">
          <ac:chgData name="MATHAN KUMAR" userId="7dc274a8b73c7620" providerId="Windows Live" clId="Web-{21A96F5F-4E2B-4D40-A297-6AD3358DBAB4}" dt="2022-02-26T04:49:43.235" v="488" actId="20577"/>
          <ac:spMkLst>
            <pc:docMk/>
            <pc:sldMk cId="1899125664" sldId="271"/>
            <ac:spMk id="3" creationId="{00000000-0000-0000-0000-000000000000}"/>
          </ac:spMkLst>
        </pc:spChg>
      </pc:sldChg>
      <pc:sldChg chg="modSp">
        <pc:chgData name="MATHAN KUMAR" userId="7dc274a8b73c7620" providerId="Windows Live" clId="Web-{21A96F5F-4E2B-4D40-A297-6AD3358DBAB4}" dt="2022-02-26T04:47:47.165" v="460" actId="20577"/>
        <pc:sldMkLst>
          <pc:docMk/>
          <pc:sldMk cId="2794263878" sldId="272"/>
        </pc:sldMkLst>
        <pc:spChg chg="mod">
          <ac:chgData name="MATHAN KUMAR" userId="7dc274a8b73c7620" providerId="Windows Live" clId="Web-{21A96F5F-4E2B-4D40-A297-6AD3358DBAB4}" dt="2022-02-26T04:47:47.165" v="460" actId="20577"/>
          <ac:spMkLst>
            <pc:docMk/>
            <pc:sldMk cId="2794263878" sldId="272"/>
            <ac:spMk id="3" creationId="{00000000-0000-0000-0000-000000000000}"/>
          </ac:spMkLst>
        </pc:spChg>
      </pc:sldChg>
    </pc:docChg>
  </pc:docChgLst>
  <pc:docChgLst>
    <pc:chgData name="MATHAN KUMAR" userId="7dc274a8b73c7620" providerId="Windows Live" clId="Web-{501650E7-6FF5-40B9-AD39-478E3E95AF64}"/>
    <pc:docChg chg="modSld">
      <pc:chgData name="MATHAN KUMAR" userId="7dc274a8b73c7620" providerId="Windows Live" clId="Web-{501650E7-6FF5-40B9-AD39-478E3E95AF64}" dt="2022-01-25T09:54:59.231" v="237"/>
      <pc:docMkLst>
        <pc:docMk/>
      </pc:docMkLst>
      <pc:sldChg chg="modSp">
        <pc:chgData name="MATHAN KUMAR" userId="7dc274a8b73c7620" providerId="Windows Live" clId="Web-{501650E7-6FF5-40B9-AD39-478E3E95AF64}" dt="2022-01-25T09:50:37.991" v="227"/>
        <pc:sldMkLst>
          <pc:docMk/>
          <pc:sldMk cId="1153811614" sldId="256"/>
        </pc:sldMkLst>
        <pc:graphicFrameChg chg="mod modGraphic">
          <ac:chgData name="MATHAN KUMAR" userId="7dc274a8b73c7620" providerId="Windows Live" clId="Web-{501650E7-6FF5-40B9-AD39-478E3E95AF64}" dt="2022-01-25T09:50:37.991" v="227"/>
          <ac:graphicFrameMkLst>
            <pc:docMk/>
            <pc:sldMk cId="1153811614" sldId="256"/>
            <ac:graphicFrameMk id="5" creationId="{00000000-0000-0000-0000-000000000000}"/>
          </ac:graphicFrameMkLst>
        </pc:graphicFrameChg>
      </pc:sldChg>
      <pc:sldChg chg="modSp">
        <pc:chgData name="MATHAN KUMAR" userId="7dc274a8b73c7620" providerId="Windows Live" clId="Web-{501650E7-6FF5-40B9-AD39-478E3E95AF64}" dt="2022-01-25T09:54:59.231" v="237"/>
        <pc:sldMkLst>
          <pc:docMk/>
          <pc:sldMk cId="3458474757" sldId="269"/>
        </pc:sldMkLst>
        <pc:graphicFrameChg chg="mod modGraphic">
          <ac:chgData name="MATHAN KUMAR" userId="7dc274a8b73c7620" providerId="Windows Live" clId="Web-{501650E7-6FF5-40B9-AD39-478E3E95AF64}" dt="2022-01-25T09:54:59.231" v="237"/>
          <ac:graphicFrameMkLst>
            <pc:docMk/>
            <pc:sldMk cId="3458474757" sldId="269"/>
            <ac:graphicFrameMk id="6" creationId="{00000000-0000-0000-0000-000000000000}"/>
          </ac:graphicFrameMkLst>
        </pc:graphicFrameChg>
      </pc:sldChg>
    </pc:docChg>
  </pc:docChgLst>
  <pc:docChgLst>
    <pc:chgData name="MATHAN KUMAR" userId="7dc274a8b73c7620" providerId="Windows Live" clId="Web-{4EB41CF8-F189-43CA-BBF6-4A281871740E}"/>
    <pc:docChg chg="modSld">
      <pc:chgData name="MATHAN KUMAR" userId="7dc274a8b73c7620" providerId="Windows Live" clId="Web-{4EB41CF8-F189-43CA-BBF6-4A281871740E}" dt="2022-01-30T05:32:42.279" v="121"/>
      <pc:docMkLst>
        <pc:docMk/>
      </pc:docMkLst>
      <pc:sldChg chg="modSp">
        <pc:chgData name="MATHAN KUMAR" userId="7dc274a8b73c7620" providerId="Windows Live" clId="Web-{4EB41CF8-F189-43CA-BBF6-4A281871740E}" dt="2022-01-30T05:32:42.279" v="121"/>
        <pc:sldMkLst>
          <pc:docMk/>
          <pc:sldMk cId="1153811614" sldId="256"/>
        </pc:sldMkLst>
        <pc:graphicFrameChg chg="mod modGraphic">
          <ac:chgData name="MATHAN KUMAR" userId="7dc274a8b73c7620" providerId="Windows Live" clId="Web-{4EB41CF8-F189-43CA-BBF6-4A281871740E}" dt="2022-01-30T05:32:42.279" v="121"/>
          <ac:graphicFrameMkLst>
            <pc:docMk/>
            <pc:sldMk cId="1153811614" sldId="256"/>
            <ac:graphicFrameMk id="5" creationId="{00000000-0000-0000-0000-000000000000}"/>
          </ac:graphicFrameMkLst>
        </pc:graphicFrameChg>
      </pc:sldChg>
      <pc:sldChg chg="modSp">
        <pc:chgData name="MATHAN KUMAR" userId="7dc274a8b73c7620" providerId="Windows Live" clId="Web-{4EB41CF8-F189-43CA-BBF6-4A281871740E}" dt="2022-01-30T05:32:17.122" v="119"/>
        <pc:sldMkLst>
          <pc:docMk/>
          <pc:sldMk cId="1479434554" sldId="270"/>
        </pc:sldMkLst>
        <pc:graphicFrameChg chg="mod modGraphic">
          <ac:chgData name="MATHAN KUMAR" userId="7dc274a8b73c7620" providerId="Windows Live" clId="Web-{4EB41CF8-F189-43CA-BBF6-4A281871740E}" dt="2022-01-30T05:32:17.122" v="119"/>
          <ac:graphicFrameMkLst>
            <pc:docMk/>
            <pc:sldMk cId="1479434554" sldId="270"/>
            <ac:graphicFrameMk id="3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A86263-7112-4E05-BA9F-99C009403434}" type="datetimeFigureOut">
              <a:rPr lang="en-IN" smtClean="0"/>
              <a:t>06-05-2022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70C031-363D-4333-AAE1-F9B280BAB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81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70C031-363D-4333-AAE1-F9B280BABEA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52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70C031-363D-4333-AAE1-F9B280BABEA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635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79512" y="6309320"/>
            <a:ext cx="2133600" cy="365125"/>
          </a:xfrm>
          <a:prstGeom prst="rect">
            <a:avLst/>
          </a:prstGeom>
        </p:spPr>
        <p:txBody>
          <a:bodyPr/>
          <a:lstStyle/>
          <a:p>
            <a:fld id="{362748B4-BE9B-4BD4-BD8E-4C4A962BB10B}" type="datetime1">
              <a:rPr lang="en-IN" smtClean="0"/>
              <a:t>06-05-2022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: Wellness Application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F9FCF-0724-4784-8EBA-08E0C2E09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700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IN"/>
              <a:t>Title : Wellness Application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F9FCF-0724-4784-8EBA-08E0C2E09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2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79512" y="6309320"/>
            <a:ext cx="2133600" cy="365125"/>
          </a:xfrm>
          <a:prstGeom prst="rect">
            <a:avLst/>
          </a:prstGeom>
        </p:spPr>
        <p:txBody>
          <a:bodyPr/>
          <a:lstStyle/>
          <a:p>
            <a:fld id="{25AF7C25-CE6B-47C3-A34E-74C7CBD382E3}" type="datetime1">
              <a:rPr lang="en-IN" smtClean="0"/>
              <a:t>06-05-2022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: Wellness Application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F9FCF-0724-4784-8EBA-08E0C2E09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949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9512" y="6309320"/>
            <a:ext cx="2133600" cy="365125"/>
          </a:xfrm>
          <a:prstGeom prst="rect">
            <a:avLst/>
          </a:prstGeom>
        </p:spPr>
        <p:txBody>
          <a:bodyPr/>
          <a:lstStyle/>
          <a:p>
            <a:fld id="{C80A1B9E-301D-4996-8453-50849F133477}" type="datetime1">
              <a:rPr lang="en-IN" smtClean="0"/>
              <a:t>06-05-2022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: Wellness Application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F9FCF-0724-4784-8EBA-08E0C2E09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349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79512" y="6309320"/>
            <a:ext cx="2133600" cy="365125"/>
          </a:xfrm>
          <a:prstGeom prst="rect">
            <a:avLst/>
          </a:prstGeom>
        </p:spPr>
        <p:txBody>
          <a:bodyPr/>
          <a:lstStyle/>
          <a:p>
            <a:fld id="{88E9C4A4-F750-400F-92B0-5F66433DFEB1}" type="datetime1">
              <a:rPr lang="en-IN" smtClean="0"/>
              <a:t>06-05-2022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: Wellness Application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F9FCF-0724-4784-8EBA-08E0C2E09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239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79512" y="6309320"/>
            <a:ext cx="2133600" cy="365125"/>
          </a:xfrm>
          <a:prstGeom prst="rect">
            <a:avLst/>
          </a:prstGeom>
        </p:spPr>
        <p:txBody>
          <a:bodyPr/>
          <a:lstStyle/>
          <a:p>
            <a:fld id="{85DC9CCB-2190-469B-8BC3-AB814FEA88EB}" type="datetime1">
              <a:rPr lang="en-IN" smtClean="0"/>
              <a:t>06-05-2022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: Wellness Application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F9FCF-0724-4784-8EBA-08E0C2E09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53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79512" y="6309320"/>
            <a:ext cx="2133600" cy="365125"/>
          </a:xfrm>
          <a:prstGeom prst="rect">
            <a:avLst/>
          </a:prstGeom>
        </p:spPr>
        <p:txBody>
          <a:bodyPr/>
          <a:lstStyle/>
          <a:p>
            <a:fld id="{580321B8-BAE7-4C63-9297-F9ABBE650DC5}" type="datetime1">
              <a:rPr lang="en-IN" smtClean="0"/>
              <a:t>06-05-2022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: Wellness Application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F9FCF-0724-4784-8EBA-08E0C2E09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096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9512" y="6309320"/>
            <a:ext cx="2133600" cy="365125"/>
          </a:xfrm>
          <a:prstGeom prst="rect">
            <a:avLst/>
          </a:prstGeom>
        </p:spPr>
        <p:txBody>
          <a:bodyPr/>
          <a:lstStyle/>
          <a:p>
            <a:fld id="{FA503CF8-E51C-479F-ACAC-76231F220194}" type="datetime1">
              <a:rPr lang="en-IN" smtClean="0"/>
              <a:t>06-05-2022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: Wellness Application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F9FCF-0724-4784-8EBA-08E0C2E09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990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9512" y="6309320"/>
            <a:ext cx="2133600" cy="365125"/>
          </a:xfrm>
          <a:prstGeom prst="rect">
            <a:avLst/>
          </a:prstGeom>
        </p:spPr>
        <p:txBody>
          <a:bodyPr/>
          <a:lstStyle/>
          <a:p>
            <a:fld id="{5DE23B7F-D33E-496A-98F8-E5258A1B3020}" type="datetime1">
              <a:rPr lang="en-IN" smtClean="0"/>
              <a:t>06-05-2022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: Wellness Application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F9FCF-0724-4784-8EBA-08E0C2E09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16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79512" y="6309320"/>
            <a:ext cx="2133600" cy="365125"/>
          </a:xfrm>
          <a:prstGeom prst="rect">
            <a:avLst/>
          </a:prstGeom>
        </p:spPr>
        <p:txBody>
          <a:bodyPr/>
          <a:lstStyle/>
          <a:p>
            <a:fld id="{02AFC440-86D7-40A7-86AB-FD6456BF9181}" type="datetime1">
              <a:rPr lang="en-IN" smtClean="0"/>
              <a:t>06-05-2022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: Wellness Application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F9FCF-0724-4784-8EBA-08E0C2E09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258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79512" y="6309320"/>
            <a:ext cx="2133600" cy="365125"/>
          </a:xfrm>
          <a:prstGeom prst="rect">
            <a:avLst/>
          </a:prstGeom>
        </p:spPr>
        <p:txBody>
          <a:bodyPr/>
          <a:lstStyle/>
          <a:p>
            <a:fld id="{AF50BC88-9F46-42A9-8353-5A238F1F1C68}" type="datetime1">
              <a:rPr lang="en-IN" smtClean="0"/>
              <a:t>06-05-2022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Title : Wellness Application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F9FCF-0724-4784-8EBA-08E0C2E09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46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528" y="126876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9512" y="6309320"/>
            <a:ext cx="4896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IN"/>
              <a:t>Title : Wellness Application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04248" y="630932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F9FCF-0724-4784-8EBA-08E0C2E09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36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raspberry_pi/index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raspberry_pi/index.ht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MCET logo (2019 tire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945" y="215469"/>
            <a:ext cx="8008109" cy="1477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235419"/>
              </p:ext>
            </p:extLst>
          </p:nvPr>
        </p:nvGraphicFramePr>
        <p:xfrm>
          <a:off x="1048731" y="2073896"/>
          <a:ext cx="7416824" cy="46673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7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5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61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5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Course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 Code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: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19CSPN6401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5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Course Title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: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Mini Project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531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Calibri"/>
                          <a:sym typeface="Times New Roman"/>
                        </a:rPr>
                        <a:t>Team Number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: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22BCSA012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251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Calibri"/>
                          <a:sym typeface="Times New Roman"/>
                        </a:rPr>
                        <a:t>Domain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: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IOT Application</a:t>
                      </a:r>
                      <a:endParaRPr lang="en-IN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rtl="0" eaLnBrk="1" latinLnBrk="0" hangingPunct="1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531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Calibri"/>
                          <a:sym typeface="Times New Roman"/>
                        </a:rPr>
                        <a:t>Title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: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Smart safety monitoring system for sewage workers</a:t>
                      </a:r>
                    </a:p>
                    <a:p>
                      <a:pPr marL="0" algn="l" defTabSz="914400" rtl="0" eaLnBrk="1" latinLnBrk="0" hangingPunct="1"/>
                      <a:endParaRPr lang="en-IN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531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Calibri"/>
                          <a:sym typeface="Times New Roman"/>
                        </a:rPr>
                        <a:t>Guide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: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Ms.G.GAYATHRI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AP/CSE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531">
                <a:tc rowSpan="3"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Calibri"/>
                          <a:sym typeface="Times New Roman"/>
                        </a:rPr>
                        <a:t>Team Members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: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20BCS023 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GOKUL T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251">
                <a:tc vMerge="1">
                  <a:txBody>
                    <a:bodyPr/>
                    <a:lstStyle/>
                    <a:p>
                      <a:endParaRPr lang="en-IN" sz="2000" b="1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 sz="2000" b="1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20BCS053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RITHIVIRAJ 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2251">
                <a:tc vMerge="1">
                  <a:txBody>
                    <a:bodyPr/>
                    <a:lstStyle/>
                    <a:p>
                      <a:endParaRPr lang="en-IN" sz="2000" b="1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 sz="2000" b="1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20BCS063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LOGESH KRISHNA R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811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24744"/>
            <a:ext cx="8229600" cy="5112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/>
              <a:t>Problem Statement</a:t>
            </a:r>
          </a:p>
          <a:p>
            <a:r>
              <a:rPr lang="en-IN" dirty="0"/>
              <a:t>Survey on Existing System </a:t>
            </a:r>
          </a:p>
          <a:p>
            <a:r>
              <a:rPr lang="en-IN" dirty="0"/>
              <a:t>Objective</a:t>
            </a:r>
          </a:p>
          <a:p>
            <a:r>
              <a:rPr lang="en-US" dirty="0"/>
              <a:t>Block Diagram of Proposed System</a:t>
            </a:r>
            <a:endParaRPr lang="en-IN" dirty="0"/>
          </a:p>
          <a:p>
            <a:r>
              <a:rPr lang="en-IN" dirty="0"/>
              <a:t>Software and Hardware Requirements</a:t>
            </a:r>
          </a:p>
          <a:p>
            <a:r>
              <a:rPr lang="en-IN" dirty="0"/>
              <a:t>References </a:t>
            </a:r>
          </a:p>
          <a:p>
            <a:r>
              <a:rPr lang="en-IN" dirty="0"/>
              <a:t>Weekly Plan</a:t>
            </a:r>
          </a:p>
          <a:p>
            <a:r>
              <a:rPr lang="en-IN" dirty="0"/>
              <a:t>Online Certification Courses</a:t>
            </a:r>
          </a:p>
          <a:p>
            <a:r>
              <a:rPr lang="en-IN" dirty="0">
                <a:cs typeface="Calibri"/>
              </a:rPr>
              <a:t>Guide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04568" y="6497856"/>
            <a:ext cx="2133600" cy="365125"/>
          </a:xfrm>
        </p:spPr>
        <p:txBody>
          <a:bodyPr/>
          <a:lstStyle/>
          <a:p>
            <a:fld id="{C35F9FCF-0724-4784-8EBA-08E0C2E09EF8}" type="slidenum">
              <a:rPr lang="en-IN" smtClean="0"/>
              <a:t>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59" y="6497856"/>
            <a:ext cx="4896544" cy="365125"/>
          </a:xfrm>
        </p:spPr>
        <p:txBody>
          <a:bodyPr/>
          <a:lstStyle/>
          <a:p>
            <a:r>
              <a:rPr lang="en-IN" dirty="0">
                <a:ea typeface="+mn-lt"/>
                <a:cs typeface="+mn-lt"/>
              </a:rPr>
              <a:t>Title : Smart safety monitoring system for sewage workers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954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68760"/>
            <a:ext cx="8229600" cy="51020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i="0" dirty="0">
                <a:effectLst/>
                <a:cs typeface="Arial" panose="020B0604020202020204" pitchFamily="34" charset="0"/>
              </a:rPr>
              <a:t>At present, the toxicity of gases in sewage cannot be monitored. The worker who enters the drainage will not be aware of toxic gas release and gets affected by it . In recent days many workers losing their life due to this issue and the death count was increasing day by day.</a:t>
            </a:r>
          </a:p>
          <a:p>
            <a:endParaRPr lang="en-IN" dirty="0">
              <a:cs typeface="Calibri"/>
            </a:endParaRPr>
          </a:p>
          <a:p>
            <a:r>
              <a:rPr lang="en-IN" dirty="0">
                <a:cs typeface="Calibri"/>
              </a:rPr>
              <a:t> In the existing system the workers will be in danger zone ,it will send only the vibration alert to the higher officials or to the control room by the vibrator module.</a:t>
            </a:r>
          </a:p>
          <a:p>
            <a:endParaRPr lang="en-IN" dirty="0">
              <a:cs typeface="Calibri"/>
            </a:endParaRPr>
          </a:p>
          <a:p>
            <a:endParaRPr lang="en-IN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04568" y="6497856"/>
            <a:ext cx="2133600" cy="365125"/>
          </a:xfrm>
        </p:spPr>
        <p:txBody>
          <a:bodyPr/>
          <a:lstStyle/>
          <a:p>
            <a:fld id="{C35F9FCF-0724-4784-8EBA-08E0C2E09EF8}" type="slidenum">
              <a:rPr lang="en-IN" smtClean="0"/>
              <a:t>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59" y="6497856"/>
            <a:ext cx="4896544" cy="365125"/>
          </a:xfrm>
        </p:spPr>
        <p:txBody>
          <a:bodyPr/>
          <a:lstStyle/>
          <a:p>
            <a:r>
              <a:rPr lang="en-IN" dirty="0">
                <a:ea typeface="+mn-lt"/>
                <a:cs typeface="+mn-lt"/>
              </a:rPr>
              <a:t>Title : Smart safety monitoring system for sewage workers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937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Survey on Existing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04568" y="6497856"/>
            <a:ext cx="2133600" cy="365125"/>
          </a:xfrm>
        </p:spPr>
        <p:txBody>
          <a:bodyPr/>
          <a:lstStyle/>
          <a:p>
            <a:fld id="{C35F9FCF-0724-4784-8EBA-08E0C2E09EF8}" type="slidenum">
              <a:rPr lang="en-IN" smtClean="0"/>
              <a:t>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59" y="6497856"/>
            <a:ext cx="4896544" cy="365125"/>
          </a:xfrm>
        </p:spPr>
        <p:txBody>
          <a:bodyPr/>
          <a:lstStyle/>
          <a:p>
            <a:r>
              <a:rPr lang="en-IN" dirty="0">
                <a:ea typeface="+mn-lt"/>
                <a:cs typeface="+mn-lt"/>
              </a:rPr>
              <a:t>Title : Smart safety monitoring system for sewage workers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577388"/>
              </p:ext>
            </p:extLst>
          </p:nvPr>
        </p:nvGraphicFramePr>
        <p:xfrm>
          <a:off x="91448" y="985379"/>
          <a:ext cx="8961104" cy="5439711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141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3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6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289"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Source(Website)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</a:rPr>
                        <a:t>Inference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824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Smart sewage 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sng" strike="noStrike" noProof="0" dirty="0">
                          <a:solidFill>
                            <a:schemeClr val="tx2"/>
                          </a:solidFill>
                          <a:latin typeface="+mn-lt"/>
                        </a:rPr>
                        <a:t>https://www.irjet.net/archives/V7/i6/IRJET-V7I6599.pdf</a:t>
                      </a:r>
                      <a:endParaRPr lang="en-US" sz="1800" b="0" i="0" u="sng" strike="noStrike" noProof="0" dirty="0">
                        <a:solidFill>
                          <a:schemeClr val="tx2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Sensors finds blockage and detects harmful gases.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0262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Smart sewage alert system for workers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>
                          <a:solidFill>
                            <a:schemeClr val="tx2"/>
                          </a:solidFill>
                          <a:latin typeface="+mn-lt"/>
                        </a:rPr>
                        <a:t>http://www.ijstr.org/final-print/feb2020/Smart-Sewage-Alert-System-For-Workers-In-Real-time-Applications-Using-Iot.pdf</a:t>
                      </a:r>
                      <a:endParaRPr lang="en-US" u="sng" dirty="0">
                        <a:solidFill>
                          <a:schemeClr val="tx2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Sends warnings once the level of gases exceeds and alerts head office using vibrating module.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5163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Real time drainage monitoring system using  IOT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>
                          <a:solidFill>
                            <a:schemeClr val="tx2"/>
                          </a:solidFill>
                          <a:latin typeface="+mn-lt"/>
                        </a:rPr>
                        <a:t>https://irejournals.com/formatedpaper/1700668.pdf</a:t>
                      </a:r>
                      <a:endParaRPr lang="en-US" u="sng" dirty="0">
                        <a:solidFill>
                          <a:schemeClr val="tx2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Level of gases is monitored frequently and sends info to representative.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00262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Sewage worker monitoring system using IOT and 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>
                          <a:solidFill>
                            <a:schemeClr val="tx2"/>
                          </a:solidFill>
                          <a:latin typeface="+mn-lt"/>
                        </a:rPr>
                        <a:t>https://www.researchgate.net/publication/353220406_Safety_Monitoring_Of_Sewage_Workers_Using_IOT_and_Machine_Learning</a:t>
                      </a:r>
                      <a:endParaRPr lang="en-US" u="sng" dirty="0">
                        <a:solidFill>
                          <a:schemeClr val="tx2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Tracks the location and temperature of worker and alert will be sent as message but the implementation is costly.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620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To provide safety for sewage workers ,avoid deaths of sewage workers due to toxic gases.</a:t>
            </a:r>
          </a:p>
          <a:p>
            <a:endParaRPr lang="en-US" sz="2400" dirty="0"/>
          </a:p>
          <a:p>
            <a:r>
              <a:rPr lang="en-US" sz="2400" dirty="0"/>
              <a:t>To update the reading in real-time and alert the worker if any parameters exceeds .</a:t>
            </a:r>
          </a:p>
          <a:p>
            <a:endParaRPr lang="en-US" sz="2400" dirty="0"/>
          </a:p>
          <a:p>
            <a:r>
              <a:rPr lang="en-US" sz="2400" dirty="0"/>
              <a:t>To develop cost friendly system.</a:t>
            </a:r>
          </a:p>
          <a:p>
            <a:endParaRPr lang="en-IN" sz="2400" dirty="0"/>
          </a:p>
          <a:p>
            <a:endParaRPr lang="en-IN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04568" y="6497856"/>
            <a:ext cx="2133600" cy="365125"/>
          </a:xfrm>
        </p:spPr>
        <p:txBody>
          <a:bodyPr/>
          <a:lstStyle/>
          <a:p>
            <a:fld id="{C35F9FCF-0724-4784-8EBA-08E0C2E09EF8}" type="slidenum">
              <a:rPr lang="en-IN" smtClean="0"/>
              <a:t>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7856"/>
            <a:ext cx="4896544" cy="365125"/>
          </a:xfrm>
        </p:spPr>
        <p:txBody>
          <a:bodyPr/>
          <a:lstStyle/>
          <a:p>
            <a:r>
              <a:rPr lang="en-IN" dirty="0">
                <a:ea typeface="+mn-lt"/>
                <a:cs typeface="+mn-lt"/>
              </a:rPr>
              <a:t>Title : Smart safety monitoring system for sewage workers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215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8DE788-C46C-4A4C-9156-77A248C94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F9FCF-0724-4784-8EBA-08E0C2E09EF8}" type="slidenum">
              <a:rPr lang="en-IN" smtClean="0"/>
              <a:t>6</a:t>
            </a:fld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E9306D-71FF-4EE6-9DAA-053934361554}"/>
              </a:ext>
            </a:extLst>
          </p:cNvPr>
          <p:cNvSpPr txBox="1">
            <a:spLocks/>
          </p:cNvSpPr>
          <p:nvPr/>
        </p:nvSpPr>
        <p:spPr>
          <a:xfrm>
            <a:off x="708248" y="329317"/>
            <a:ext cx="8229600" cy="9361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Block Diagram of Proposed System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70247E-D100-4B03-BEEC-BA2DCB8137B2}"/>
              </a:ext>
            </a:extLst>
          </p:cNvPr>
          <p:cNvSpPr/>
          <p:nvPr/>
        </p:nvSpPr>
        <p:spPr>
          <a:xfrm>
            <a:off x="3319975" y="2317011"/>
            <a:ext cx="1336431" cy="31933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ESP</a:t>
            </a:r>
          </a:p>
          <a:p>
            <a:pPr algn="ctr"/>
            <a:r>
              <a:rPr lang="en-US" dirty="0"/>
              <a:t>WROOM</a:t>
            </a:r>
          </a:p>
          <a:p>
            <a:pPr algn="ctr"/>
            <a:r>
              <a:rPr lang="en-US" dirty="0"/>
              <a:t>32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85CD51E-0170-4664-A32F-E9792CBAA9E7}"/>
              </a:ext>
            </a:extLst>
          </p:cNvPr>
          <p:cNvSpPr/>
          <p:nvPr/>
        </p:nvSpPr>
        <p:spPr>
          <a:xfrm>
            <a:off x="848038" y="2777445"/>
            <a:ext cx="1575581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MQ2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923A89-6693-44AD-9D91-C78F7F92CF8F}"/>
              </a:ext>
            </a:extLst>
          </p:cNvPr>
          <p:cNvSpPr/>
          <p:nvPr/>
        </p:nvSpPr>
        <p:spPr>
          <a:xfrm>
            <a:off x="840246" y="3742263"/>
            <a:ext cx="158261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MQ135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6EA8BD4-BB99-4681-B986-DD7074DF5E5D}"/>
              </a:ext>
            </a:extLst>
          </p:cNvPr>
          <p:cNvSpPr/>
          <p:nvPr/>
        </p:nvSpPr>
        <p:spPr>
          <a:xfrm>
            <a:off x="861568" y="4674679"/>
            <a:ext cx="1575581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Temperature sensor</a:t>
            </a:r>
            <a:endParaRPr lang="en-IN" sz="1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88EBA35-2F8B-45AF-9182-A097DCA34EF2}"/>
              </a:ext>
            </a:extLst>
          </p:cNvPr>
          <p:cNvSpPr/>
          <p:nvPr/>
        </p:nvSpPr>
        <p:spPr>
          <a:xfrm>
            <a:off x="3219005" y="6076327"/>
            <a:ext cx="1575581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Pulse sensor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CB8275-3B60-45FF-AAA4-419B65042DEE}"/>
              </a:ext>
            </a:extLst>
          </p:cNvPr>
          <p:cNvSpPr/>
          <p:nvPr/>
        </p:nvSpPr>
        <p:spPr>
          <a:xfrm>
            <a:off x="5793639" y="3381415"/>
            <a:ext cx="1554212" cy="66785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Gadget</a:t>
            </a:r>
            <a:endParaRPr lang="en-IN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E044424-E260-439B-9778-776EC8F0125B}"/>
              </a:ext>
            </a:extLst>
          </p:cNvPr>
          <p:cNvSpPr/>
          <p:nvPr/>
        </p:nvSpPr>
        <p:spPr>
          <a:xfrm>
            <a:off x="2627784" y="2956451"/>
            <a:ext cx="475061" cy="2227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1A85071-3B66-4DE5-9E69-E054749133F0}"/>
              </a:ext>
            </a:extLst>
          </p:cNvPr>
          <p:cNvSpPr/>
          <p:nvPr/>
        </p:nvSpPr>
        <p:spPr>
          <a:xfrm>
            <a:off x="2627785" y="3921094"/>
            <a:ext cx="475061" cy="2227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402867A-11A4-44BD-8A0A-E1AFB39BADCD}"/>
              </a:ext>
            </a:extLst>
          </p:cNvPr>
          <p:cNvSpPr/>
          <p:nvPr/>
        </p:nvSpPr>
        <p:spPr>
          <a:xfrm>
            <a:off x="2638090" y="4877134"/>
            <a:ext cx="372255" cy="1620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062E775-60FC-492E-A588-5E681874F900}"/>
              </a:ext>
            </a:extLst>
          </p:cNvPr>
          <p:cNvSpPr/>
          <p:nvPr/>
        </p:nvSpPr>
        <p:spPr>
          <a:xfrm rot="16200000">
            <a:off x="3853336" y="5682136"/>
            <a:ext cx="305082" cy="1892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19AF00B-1B33-41BA-8A95-2EADA50D54FD}"/>
              </a:ext>
            </a:extLst>
          </p:cNvPr>
          <p:cNvSpPr/>
          <p:nvPr/>
        </p:nvSpPr>
        <p:spPr>
          <a:xfrm>
            <a:off x="4921482" y="3429000"/>
            <a:ext cx="607081" cy="6269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54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Software and 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548318"/>
            <a:ext cx="8229600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Temperature sensor</a:t>
            </a:r>
          </a:p>
          <a:p>
            <a:r>
              <a:rPr lang="en-US" dirty="0"/>
              <a:t>MQ2 sensor</a:t>
            </a:r>
          </a:p>
          <a:p>
            <a:r>
              <a:rPr lang="en-US" dirty="0"/>
              <a:t>MQ135 sensor</a:t>
            </a:r>
          </a:p>
          <a:p>
            <a:r>
              <a:rPr lang="en-US" dirty="0"/>
              <a:t>Sensor for pulse</a:t>
            </a:r>
          </a:p>
          <a:p>
            <a:r>
              <a:rPr lang="en-US" dirty="0"/>
              <a:t>ESP-32 Micro-controller </a:t>
            </a:r>
          </a:p>
          <a:p>
            <a:r>
              <a:rPr lang="en-US" dirty="0"/>
              <a:t>Gadget</a:t>
            </a:r>
          </a:p>
          <a:p>
            <a:r>
              <a:rPr lang="en-US" dirty="0"/>
              <a:t>Arduino IDE  1.8.19</a:t>
            </a:r>
          </a:p>
          <a:p>
            <a:r>
              <a:rPr lang="en-US" dirty="0" err="1"/>
              <a:t>ThingSpeak</a:t>
            </a:r>
            <a:r>
              <a:rPr lang="en-US" dirty="0"/>
              <a:t> web</a:t>
            </a:r>
          </a:p>
          <a:p>
            <a:endParaRPr lang="en-IN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04568" y="6497856"/>
            <a:ext cx="2133600" cy="365125"/>
          </a:xfrm>
        </p:spPr>
        <p:txBody>
          <a:bodyPr/>
          <a:lstStyle/>
          <a:p>
            <a:fld id="{C35F9FCF-0724-4784-8EBA-08E0C2E09EF8}" type="slidenum">
              <a:rPr lang="en-IN" smtClean="0"/>
              <a:t>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59" y="6497856"/>
            <a:ext cx="4896544" cy="365125"/>
          </a:xfrm>
        </p:spPr>
        <p:txBody>
          <a:bodyPr/>
          <a:lstStyle/>
          <a:p>
            <a:r>
              <a:rPr lang="en-IN" dirty="0"/>
              <a:t>Title :</a:t>
            </a:r>
            <a:r>
              <a:rPr lang="en-IN" dirty="0">
                <a:ea typeface="+mn-lt"/>
                <a:cs typeface="+mn-lt"/>
              </a:rPr>
              <a:t> Smart safety monitoring system for sewage workers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125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>
                <a:cs typeface="Calibri"/>
                <a:hlinkClick r:id="rId3"/>
              </a:rPr>
              <a:t>https://ieeexplore.ieee.org/document/8711628</a:t>
            </a:r>
          </a:p>
          <a:p>
            <a:endParaRPr lang="en-IN" dirty="0">
              <a:cs typeface="Calibri"/>
              <a:hlinkClick r:id="rId3"/>
            </a:endParaRPr>
          </a:p>
          <a:p>
            <a:r>
              <a:rPr lang="en-IN" dirty="0">
                <a:cs typeface="Calibri"/>
                <a:hlinkClick r:id="rId3"/>
              </a:rPr>
              <a:t>https://www.irjet.net/archives/V7/i6/IRJET-V7I6599.pdf</a:t>
            </a:r>
          </a:p>
          <a:p>
            <a:endParaRPr lang="en-IN" dirty="0">
              <a:cs typeface="Calibri"/>
              <a:hlinkClick r:id="rId3"/>
            </a:endParaRPr>
          </a:p>
          <a:p>
            <a:r>
              <a:rPr lang="en-IN" dirty="0">
                <a:cs typeface="Calibri"/>
                <a:hlinkClick r:id="rId3"/>
              </a:rPr>
              <a:t>https://www.researchgate.net/publication/353220406_Safety_Monitoring_Of_Sewage_Workers_Using_IOT_and_Machine_Learning</a:t>
            </a:r>
          </a:p>
          <a:p>
            <a:endParaRPr lang="en-IN" dirty="0">
              <a:cs typeface="Calibri"/>
              <a:hlinkClick r:id="rId3"/>
            </a:endParaRPr>
          </a:p>
          <a:p>
            <a:r>
              <a:rPr lang="en-IN" dirty="0">
                <a:cs typeface="Calibri"/>
                <a:hlinkClick r:id="rId3"/>
              </a:rPr>
              <a:t>https://www.hindawi.com/journals/wcmc/2020/8852965/</a:t>
            </a:r>
          </a:p>
          <a:p>
            <a:endParaRPr lang="en-IN" dirty="0">
              <a:cs typeface="Calibri"/>
              <a:hlinkClick r:id="rId3"/>
            </a:endParaRPr>
          </a:p>
          <a:p>
            <a:r>
              <a:rPr lang="en-IN" dirty="0">
                <a:cs typeface="Calibri"/>
                <a:hlinkClick r:id="rId3"/>
              </a:rPr>
              <a:t>http://www.unido.or.jp/en/technology_db/8057/</a:t>
            </a:r>
          </a:p>
          <a:p>
            <a:endParaRPr lang="en-IN" dirty="0">
              <a:cs typeface="Calibri"/>
              <a:hlinkClick r:id="rId3"/>
            </a:endParaRPr>
          </a:p>
          <a:p>
            <a:endParaRPr lang="en-IN" dirty="0">
              <a:cs typeface="Calibri"/>
            </a:endParaRPr>
          </a:p>
          <a:p>
            <a:pPr marL="0" indent="0">
              <a:buNone/>
            </a:pPr>
            <a:endParaRPr lang="en-IN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04568" y="6497856"/>
            <a:ext cx="2133600" cy="365125"/>
          </a:xfrm>
        </p:spPr>
        <p:txBody>
          <a:bodyPr/>
          <a:lstStyle/>
          <a:p>
            <a:fld id="{C35F9FCF-0724-4784-8EBA-08E0C2E09EF8}" type="slidenum">
              <a:rPr lang="en-IN" smtClean="0"/>
              <a:t>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66" y="6497856"/>
            <a:ext cx="4807777" cy="365125"/>
          </a:xfrm>
        </p:spPr>
        <p:txBody>
          <a:bodyPr/>
          <a:lstStyle/>
          <a:p>
            <a:r>
              <a:rPr lang="en-IN" dirty="0"/>
              <a:t>                  Title :</a:t>
            </a:r>
            <a:r>
              <a:rPr lang="en-IN" dirty="0">
                <a:ea typeface="+mn-lt"/>
                <a:cs typeface="+mn-lt"/>
              </a:rPr>
              <a:t> Smart safety monitoring system for sewage workers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63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63435"/>
            <a:ext cx="8229600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dirty="0">
                <a:cs typeface="Calibri"/>
                <a:hlinkClick r:id="rId3"/>
              </a:rPr>
              <a:t>https://www.espressif.com/sites/default/files/documentation/esp32-wroom-32_datasheet_en.pdf</a:t>
            </a:r>
          </a:p>
          <a:p>
            <a:endParaRPr lang="en-IN" dirty="0">
              <a:cs typeface="Calibri"/>
              <a:hlinkClick r:id="rId3"/>
            </a:endParaRPr>
          </a:p>
          <a:p>
            <a:r>
              <a:rPr lang="en-IN" dirty="0">
                <a:cs typeface="Calibri"/>
                <a:hlinkClick r:id="rId3"/>
              </a:rPr>
              <a:t>https://www.espressif.com/en/products/modules/esp32</a:t>
            </a:r>
          </a:p>
          <a:p>
            <a:endParaRPr lang="en-IN" dirty="0">
              <a:cs typeface="Calibri"/>
              <a:hlinkClick r:id="rId3"/>
            </a:endParaRPr>
          </a:p>
          <a:p>
            <a:r>
              <a:rPr lang="en-IN" dirty="0">
                <a:cs typeface="Calibri"/>
                <a:hlinkClick r:id="rId3"/>
              </a:rPr>
              <a:t>https://en.wikipedia.org/wiki/ESP32</a:t>
            </a:r>
          </a:p>
          <a:p>
            <a:endParaRPr lang="en-IN" dirty="0">
              <a:cs typeface="Calibri"/>
              <a:hlinkClick r:id="rId3"/>
            </a:endParaRPr>
          </a:p>
          <a:p>
            <a:pPr marL="0" indent="0">
              <a:buNone/>
            </a:pPr>
            <a:endParaRPr lang="en-IN" dirty="0">
              <a:cs typeface="Calibri"/>
            </a:endParaRPr>
          </a:p>
          <a:p>
            <a:pPr marL="0" indent="0">
              <a:buNone/>
            </a:pPr>
            <a:endParaRPr lang="en-IN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04568" y="6497856"/>
            <a:ext cx="2133600" cy="365125"/>
          </a:xfrm>
        </p:spPr>
        <p:txBody>
          <a:bodyPr/>
          <a:lstStyle/>
          <a:p>
            <a:fld id="{C35F9FCF-0724-4784-8EBA-08E0C2E09EF8}" type="slidenum">
              <a:rPr lang="en-IN" smtClean="0"/>
              <a:t>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66" y="6497856"/>
            <a:ext cx="4807777" cy="365125"/>
          </a:xfrm>
        </p:spPr>
        <p:txBody>
          <a:bodyPr/>
          <a:lstStyle/>
          <a:p>
            <a:r>
              <a:rPr lang="en-IN" dirty="0"/>
              <a:t>                  Title :</a:t>
            </a:r>
            <a:r>
              <a:rPr lang="en-IN" dirty="0">
                <a:ea typeface="+mn-lt"/>
                <a:cs typeface="+mn-lt"/>
              </a:rPr>
              <a:t> Smart safety monitoring system for sewage workers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87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Weekly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455770"/>
              </p:ext>
            </p:extLst>
          </p:nvPr>
        </p:nvGraphicFramePr>
        <p:xfrm>
          <a:off x="323850" y="1377184"/>
          <a:ext cx="8568630" cy="37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4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8000">
                <a:tc>
                  <a:txBody>
                    <a:bodyPr/>
                    <a:lstStyle/>
                    <a:p>
                      <a:r>
                        <a:rPr lang="en-IN" sz="2400" b="0">
                          <a:solidFill>
                            <a:schemeClr val="tx1"/>
                          </a:solidFill>
                          <a:latin typeface="+mj-lt"/>
                          <a:ea typeface="Times New Roman"/>
                          <a:cs typeface="Times New Roman"/>
                          <a:sym typeface="Times New Roman"/>
                        </a:rPr>
                        <a:t>Week 1 </a:t>
                      </a:r>
                      <a:endParaRPr lang="en-IN" sz="24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+mj-lt"/>
                        </a:rPr>
                        <a:t>:</a:t>
                      </a:r>
                      <a:endParaRPr lang="en-IN" sz="24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kern="1200">
                          <a:solidFill>
                            <a:schemeClr val="tx1"/>
                          </a:solidFill>
                          <a:latin typeface="+mj-lt"/>
                          <a:ea typeface="Times New Roman"/>
                          <a:cs typeface="Times New Roman"/>
                          <a:sym typeface="Times New Roman"/>
                        </a:rPr>
                        <a:t>Survey of Existing System</a:t>
                      </a:r>
                      <a:endParaRPr lang="en-IN" sz="24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000">
                <a:tc>
                  <a:txBody>
                    <a:bodyPr/>
                    <a:lstStyle/>
                    <a:p>
                      <a:r>
                        <a:rPr lang="en-IN" sz="2400" b="0" kern="1200">
                          <a:solidFill>
                            <a:schemeClr val="tx1"/>
                          </a:solidFill>
                          <a:latin typeface="+mj-lt"/>
                          <a:ea typeface="Times New Roman"/>
                          <a:cs typeface="Times New Roman"/>
                          <a:sym typeface="Times New Roman"/>
                        </a:rPr>
                        <a:t>Week  2 - 3 </a:t>
                      </a:r>
                      <a:endParaRPr lang="en-IN" sz="24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+mj-lt"/>
                        </a:rPr>
                        <a:t>:</a:t>
                      </a:r>
                      <a:endParaRPr lang="en-IN" sz="24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kern="1200">
                          <a:solidFill>
                            <a:schemeClr val="dk1"/>
                          </a:solidFill>
                          <a:latin typeface="+mj-lt"/>
                          <a:ea typeface="Times New Roman"/>
                          <a:cs typeface="Times New Roman"/>
                          <a:sym typeface="Times New Roman"/>
                        </a:rPr>
                        <a:t>Block diagrams of Existing and Proposed Systems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000">
                <a:tc>
                  <a:txBody>
                    <a:bodyPr/>
                    <a:lstStyle/>
                    <a:p>
                      <a:r>
                        <a:rPr lang="en-IN" sz="2400" b="0" kern="1200">
                          <a:solidFill>
                            <a:schemeClr val="tx1"/>
                          </a:solidFill>
                          <a:latin typeface="+mj-lt"/>
                          <a:ea typeface="Times New Roman"/>
                          <a:cs typeface="Times New Roman"/>
                          <a:sym typeface="Times New Roman"/>
                        </a:rPr>
                        <a:t>Week 4 </a:t>
                      </a:r>
                      <a:endParaRPr lang="en-IN" sz="24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+mj-lt"/>
                        </a:rPr>
                        <a:t>:</a:t>
                      </a:r>
                      <a:endParaRPr lang="en-IN" sz="24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kern="1200">
                          <a:solidFill>
                            <a:schemeClr val="dk1"/>
                          </a:solidFill>
                          <a:latin typeface="+mj-lt"/>
                          <a:ea typeface="Times New Roman"/>
                          <a:cs typeface="Times New Roman"/>
                          <a:sym typeface="Times New Roman"/>
                        </a:rPr>
                        <a:t>Resource Set up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000">
                <a:tc>
                  <a:txBody>
                    <a:bodyPr/>
                    <a:lstStyle/>
                    <a:p>
                      <a:r>
                        <a:rPr lang="en-IN" sz="2400" b="0" kern="1200">
                          <a:solidFill>
                            <a:schemeClr val="tx1"/>
                          </a:solidFill>
                          <a:latin typeface="+mj-lt"/>
                          <a:ea typeface="Times New Roman"/>
                          <a:cs typeface="Times New Roman"/>
                          <a:sym typeface="Times New Roman"/>
                        </a:rPr>
                        <a:t>Week 5  -  8 </a:t>
                      </a:r>
                      <a:endParaRPr lang="en-IN" sz="24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+mj-lt"/>
                        </a:rPr>
                        <a:t>:</a:t>
                      </a:r>
                      <a:endParaRPr lang="en-IN" sz="24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kern="1200">
                          <a:solidFill>
                            <a:schemeClr val="dk1"/>
                          </a:solidFill>
                          <a:latin typeface="+mj-lt"/>
                          <a:ea typeface="Times New Roman"/>
                          <a:cs typeface="Times New Roman"/>
                          <a:sym typeface="Times New Roman"/>
                        </a:rPr>
                        <a:t>Implementation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000">
                <a:tc>
                  <a:txBody>
                    <a:bodyPr/>
                    <a:lstStyle/>
                    <a:p>
                      <a:r>
                        <a:rPr lang="en-IN" sz="2400" b="0" kern="1200">
                          <a:solidFill>
                            <a:schemeClr val="tx1"/>
                          </a:solidFill>
                          <a:latin typeface="+mj-lt"/>
                          <a:ea typeface="Times New Roman"/>
                          <a:cs typeface="Times New Roman"/>
                          <a:sym typeface="Times New Roman"/>
                        </a:rPr>
                        <a:t>Week 9 </a:t>
                      </a:r>
                      <a:endParaRPr lang="en-IN" sz="24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+mj-lt"/>
                        </a:rPr>
                        <a:t>:</a:t>
                      </a:r>
                      <a:endParaRPr lang="en-IN" sz="24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kern="1200">
                          <a:solidFill>
                            <a:schemeClr val="dk1"/>
                          </a:solidFill>
                          <a:latin typeface="+mj-lt"/>
                          <a:ea typeface="Times New Roman"/>
                          <a:cs typeface="Times New Roman"/>
                          <a:sym typeface="Times New Roman"/>
                        </a:rPr>
                        <a:t>Result Analysis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000">
                <a:tc>
                  <a:txBody>
                    <a:bodyPr/>
                    <a:lstStyle/>
                    <a:p>
                      <a:r>
                        <a:rPr lang="en-IN" sz="2400" b="0">
                          <a:solidFill>
                            <a:schemeClr val="tx1"/>
                          </a:solidFill>
                          <a:latin typeface="+mj-lt"/>
                          <a:ea typeface="Times New Roman"/>
                          <a:cs typeface="Times New Roman"/>
                          <a:sym typeface="Times New Roman"/>
                        </a:rPr>
                        <a:t>Week 10 -12 </a:t>
                      </a:r>
                      <a:endParaRPr lang="en-IN" sz="24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+mj-lt"/>
                        </a:rPr>
                        <a:t>:</a:t>
                      </a:r>
                      <a:endParaRPr lang="en-IN" sz="24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>
                          <a:latin typeface="+mj-lt"/>
                          <a:ea typeface="Times New Roman"/>
                          <a:cs typeface="Times New Roman"/>
                          <a:sym typeface="Times New Roman"/>
                        </a:rPr>
                        <a:t>Report Preparation</a:t>
                      </a:r>
                      <a:endParaRPr lang="en-IN" sz="2400" kern="1200">
                        <a:solidFill>
                          <a:schemeClr val="dk1"/>
                        </a:solidFill>
                        <a:latin typeface="+mj-lt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04568" y="6497856"/>
            <a:ext cx="2133600" cy="365125"/>
          </a:xfrm>
        </p:spPr>
        <p:txBody>
          <a:bodyPr/>
          <a:lstStyle/>
          <a:p>
            <a:fld id="{C35F9FCF-0724-4784-8EBA-08E0C2E09EF8}" type="slidenum">
              <a:rPr lang="en-IN" smtClean="0"/>
              <a:t>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59" y="6497856"/>
            <a:ext cx="4896544" cy="365125"/>
          </a:xfrm>
        </p:spPr>
        <p:txBody>
          <a:bodyPr/>
          <a:lstStyle/>
          <a:p>
            <a:r>
              <a:rPr lang="en-IN" dirty="0">
                <a:ea typeface="+mn-lt"/>
                <a:cs typeface="+mn-lt"/>
              </a:rPr>
              <a:t>Title : Smart safety monitoring system for sewage workers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122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54" y="3867"/>
            <a:ext cx="8229600" cy="936104"/>
          </a:xfrm>
        </p:spPr>
        <p:txBody>
          <a:bodyPr>
            <a:normAutofit/>
          </a:bodyPr>
          <a:lstStyle/>
          <a:p>
            <a:r>
              <a:rPr lang="en-IN"/>
              <a:t>Online Certification Courses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13035"/>
              </p:ext>
            </p:extLst>
          </p:nvPr>
        </p:nvGraphicFramePr>
        <p:xfrm>
          <a:off x="47134" y="836628"/>
          <a:ext cx="9061476" cy="2887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3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0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3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842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Name of the Student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Title of the Course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Organized By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Time Period</a:t>
                      </a:r>
                    </a:p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(from – to)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Duration</a:t>
                      </a:r>
                    </a:p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(Weeks)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604">
                <a:tc>
                  <a:txBody>
                    <a:bodyPr/>
                    <a:lstStyle/>
                    <a:p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20BCS063</a:t>
                      </a:r>
                    </a:p>
                    <a:p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LOGESH KRISHNA 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0" i="0" dirty="0"/>
                        <a:t>Arduino vs Raspberry Pi</a:t>
                      </a:r>
                    </a:p>
                    <a:p>
                      <a:pPr lvl="0">
                        <a:buNone/>
                      </a:pP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</a:t>
                      </a:r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REAT</a:t>
                      </a:r>
                    </a:p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LEARNING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05/03/2022-</a:t>
                      </a:r>
                    </a:p>
                    <a:p>
                      <a:pPr lvl="0">
                        <a:buNone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10/05/2022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tx1"/>
                          </a:solidFill>
                        </a:rPr>
                        <a:t>8 weeks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515">
                <a:tc>
                  <a:txBody>
                    <a:bodyPr/>
                    <a:lstStyle/>
                    <a:p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20BCS053 </a:t>
                      </a:r>
                    </a:p>
                    <a:p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PRITHIVIRAJ 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0" i="0" dirty="0"/>
                        <a:t>What is IOT</a:t>
                      </a:r>
                      <a:endParaRPr lang="en-US" sz="1600" b="0" dirty="0"/>
                    </a:p>
                    <a:p>
                      <a:pPr lvl="0">
                        <a:buNone/>
                      </a:pP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</a:t>
                      </a:r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REAT</a:t>
                      </a:r>
                    </a:p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LEARNING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05/03/2022-</a:t>
                      </a:r>
                    </a:p>
                    <a:p>
                      <a:pPr lvl="0">
                        <a:buNone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10/05/2022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tx1"/>
                          </a:solidFill>
                        </a:rPr>
                        <a:t>8 weeks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538"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20BCS023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GOKUL 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Introduction to IOT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</a:t>
                      </a:r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REAT</a:t>
                      </a:r>
                    </a:p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LEARNING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05/03/2022-</a:t>
                      </a:r>
                    </a:p>
                    <a:p>
                      <a:pPr lvl="0">
                        <a:buNone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10/05/2022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8 weeks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859196"/>
              </p:ext>
            </p:extLst>
          </p:nvPr>
        </p:nvGraphicFramePr>
        <p:xfrm>
          <a:off x="23567" y="4371679"/>
          <a:ext cx="9070598" cy="1964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1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3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5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63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Team Member 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Team Member  2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Team Member 3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3777">
                <a:tc>
                  <a:txBody>
                    <a:bodyPr/>
                    <a:lstStyle/>
                    <a:p>
                      <a:endParaRPr lang="en-IN" sz="1500" dirty="0"/>
                    </a:p>
                    <a:p>
                      <a:pPr lvl="0">
                        <a:buNone/>
                      </a:pPr>
                      <a:endParaRPr lang="en-IN" sz="1500" dirty="0"/>
                    </a:p>
                    <a:p>
                      <a:pPr lvl="0">
                        <a:buNone/>
                      </a:pPr>
                      <a:endParaRPr lang="en-IN" sz="1500" dirty="0"/>
                    </a:p>
                    <a:p>
                      <a:pPr lvl="0">
                        <a:buNone/>
                      </a:pPr>
                      <a:r>
                        <a:rPr lang="en-IN" sz="1500" dirty="0"/>
                        <a:t>                ONGOING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500"/>
                    </a:p>
                    <a:p>
                      <a:pPr lvl="0">
                        <a:buNone/>
                      </a:pPr>
                      <a:endParaRPr lang="en-IN" sz="1500" dirty="0"/>
                    </a:p>
                    <a:p>
                      <a:pPr lvl="0">
                        <a:buNone/>
                      </a:pPr>
                      <a:endParaRPr lang="en-IN" sz="1500" dirty="0"/>
                    </a:p>
                    <a:p>
                      <a:pPr lvl="0">
                        <a:buNone/>
                      </a:pPr>
                      <a:r>
                        <a:rPr lang="en-IN" sz="1500" dirty="0"/>
                        <a:t>                </a:t>
                      </a:r>
                      <a:r>
                        <a:rPr lang="en-IN" sz="1500" b="0" i="0" u="none" strike="noStrike" noProof="0" dirty="0">
                          <a:latin typeface="Calibri"/>
                        </a:rPr>
                        <a:t>ONGOING</a:t>
                      </a:r>
                      <a:endParaRPr lang="en-IN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/>
                    </a:p>
                    <a:p>
                      <a:endParaRPr lang="en-US" sz="1500" dirty="0"/>
                    </a:p>
                    <a:p>
                      <a:endParaRPr lang="en-US" sz="1500" dirty="0"/>
                    </a:p>
                    <a:p>
                      <a:pPr lvl="0">
                        <a:buNone/>
                      </a:pPr>
                      <a:r>
                        <a:rPr lang="en-US" sz="1500" dirty="0"/>
                        <a:t>                    </a:t>
                      </a:r>
                      <a:r>
                        <a:rPr lang="en-IN" sz="1500" b="0" i="0" u="none" strike="noStrike" noProof="0" dirty="0">
                          <a:latin typeface="Calibri"/>
                        </a:rPr>
                        <a:t>ONGOING</a:t>
                      </a:r>
                      <a:endParaRPr lang="en-US" sz="1500" dirty="0"/>
                    </a:p>
                    <a:p>
                      <a:endParaRPr lang="en-US" sz="1000"/>
                    </a:p>
                    <a:p>
                      <a:endParaRPr lang="en-US" sz="1000"/>
                    </a:p>
                    <a:p>
                      <a:endParaRPr lang="en-IN" sz="1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04568" y="6497856"/>
            <a:ext cx="2133600" cy="365125"/>
          </a:xfrm>
        </p:spPr>
        <p:txBody>
          <a:bodyPr/>
          <a:lstStyle/>
          <a:p>
            <a:fld id="{C35F9FCF-0724-4784-8EBA-08E0C2E09EF8}" type="slidenum">
              <a:rPr lang="en-IN" smtClean="0"/>
              <a:t>11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59" y="6497856"/>
            <a:ext cx="4896544" cy="365125"/>
          </a:xfrm>
        </p:spPr>
        <p:txBody>
          <a:bodyPr/>
          <a:lstStyle/>
          <a:p>
            <a:r>
              <a:rPr lang="en-IN" dirty="0">
                <a:ea typeface="+mn-lt"/>
                <a:cs typeface="+mn-lt"/>
              </a:rPr>
              <a:t>Title : Smart safety monitoring system for sewage workers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434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Guide Meeting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04568" y="6497856"/>
            <a:ext cx="2133600" cy="365125"/>
          </a:xfrm>
        </p:spPr>
        <p:txBody>
          <a:bodyPr/>
          <a:lstStyle/>
          <a:p>
            <a:fld id="{C35F9FCF-0724-4784-8EBA-08E0C2E09EF8}" type="slidenum">
              <a:rPr lang="en-IN" smtClean="0"/>
              <a:t>12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59" y="6497856"/>
            <a:ext cx="4896544" cy="365125"/>
          </a:xfrm>
        </p:spPr>
        <p:txBody>
          <a:bodyPr/>
          <a:lstStyle/>
          <a:p>
            <a:r>
              <a:rPr lang="en-IN" dirty="0"/>
              <a:t>Title :</a:t>
            </a:r>
            <a:r>
              <a:rPr lang="en-IN" dirty="0">
                <a:ea typeface="+mn-lt"/>
                <a:cs typeface="+mn-lt"/>
              </a:rPr>
              <a:t> Smart safety monitoring system for sewage workers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440883"/>
              </p:ext>
            </p:extLst>
          </p:nvPr>
        </p:nvGraphicFramePr>
        <p:xfrm>
          <a:off x="129618" y="1331536"/>
          <a:ext cx="8877960" cy="4589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4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7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6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769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Team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Members Involved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Discussion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Points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28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07/03/2022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b="0" i="0" u="none" strike="noStrike" kern="1200" noProof="0" dirty="0">
                          <a:solidFill>
                            <a:schemeClr val="tx1"/>
                          </a:solidFill>
                          <a:latin typeface="Calibri"/>
                        </a:rPr>
                        <a:t>LOGESH KRISHNA R</a:t>
                      </a:r>
                      <a:endParaRPr lang="en-IN" sz="1500" b="0" i="0" u="none" strike="noStrike" kern="1200" noProof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b="0" i="0" u="none" strike="noStrike" kern="1200" noProof="0" dirty="0">
                          <a:solidFill>
                            <a:schemeClr val="tx1"/>
                          </a:solidFill>
                          <a:latin typeface="Calibri"/>
                        </a:rPr>
                        <a:t> /PRITHIVIRAJ S</a:t>
                      </a:r>
                      <a:r>
                        <a:rPr lang="en-IN" sz="1500" b="0" i="0" u="none" strike="noStrike" kern="1200" noProof="0" dirty="0"/>
                        <a:t> /</a:t>
                      </a:r>
                      <a:r>
                        <a:rPr lang="en-IN" sz="1500" b="0" i="0" u="none" strike="noStrike" kern="1200" noProof="0" dirty="0">
                          <a:latin typeface="Calibri"/>
                        </a:rPr>
                        <a:t>GOKUL T</a:t>
                      </a:r>
                      <a:endParaRPr lang="en-IN" sz="1500" b="0" i="0" u="none" strike="noStrike" kern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5895" lvl="0" indent="-175895">
                        <a:buNone/>
                      </a:pPr>
                      <a:r>
                        <a:rPr lang="en-IN" sz="1200" b="0" i="0" u="none" strike="noStrike" noProof="0" dirty="0">
                          <a:latin typeface="Calibri"/>
                        </a:rPr>
                        <a:t>■  </a:t>
                      </a:r>
                      <a:r>
                        <a:rPr lang="en-IN" sz="1400" b="0" i="0" u="none" strike="noStrike" noProof="0" dirty="0">
                          <a:latin typeface="Calibri"/>
                        </a:rPr>
                        <a:t>Explaining the project </a:t>
                      </a:r>
                      <a:r>
                        <a:rPr lang="en-IN" sz="1400" b="0" i="0" u="none" strike="noStrike" noProof="0" dirty="0" err="1">
                          <a:latin typeface="Calibri"/>
                        </a:rPr>
                        <a:t>methorology</a:t>
                      </a:r>
                      <a:r>
                        <a:rPr lang="en-IN" sz="1400" b="0" i="0" u="none" strike="noStrike" noProof="0" dirty="0">
                          <a:latin typeface="Calibri"/>
                        </a:rPr>
                        <a:t> to guide and got some more ideas from guide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302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26/03/2022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LOGESH KRISHNA R</a:t>
                      </a:r>
                      <a:endParaRPr lang="en-IN" sz="1500" b="0" i="0" u="none" strike="noStrike" kern="1200" noProof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 /PRITHIVIRAJ S</a:t>
                      </a:r>
                      <a:r>
                        <a:rPr lang="en-IN" sz="1500" b="0" i="0" u="none" strike="noStrike" kern="1200" noProof="0" dirty="0"/>
                        <a:t> /</a:t>
                      </a:r>
                      <a:r>
                        <a:rPr lang="en-IN" sz="1500" b="0" i="0" u="none" strike="noStrike" kern="1200" noProof="0" dirty="0">
                          <a:latin typeface="+mn-lt"/>
                        </a:rPr>
                        <a:t>GOKUL T</a:t>
                      </a:r>
                      <a:endParaRPr lang="en-IN" sz="1500" b="0" i="0" u="none" strike="noStrike" kern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5895" lvl="0" indent="-175895">
                        <a:buNone/>
                      </a:pPr>
                      <a:r>
                        <a:rPr lang="en-IN" sz="1200" b="0" i="0" u="none" strike="noStrike" noProof="0" dirty="0">
                          <a:latin typeface="Calibri"/>
                        </a:rPr>
                        <a:t>■  </a:t>
                      </a:r>
                      <a:r>
                        <a:rPr lang="en-IN" sz="1400" b="0" i="0" u="none" strike="noStrike" noProof="0" dirty="0">
                          <a:latin typeface="Calibri"/>
                        </a:rPr>
                        <a:t>Getting approval for the review and explaining the new ideas and changes in the project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302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06/04/2022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LOGESH KRISHNA R</a:t>
                      </a:r>
                      <a:endParaRPr lang="en-IN" sz="1500" b="0" i="0" u="none" strike="noStrike" kern="1200" noProof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 /PRITHIVIRAJ S</a:t>
                      </a:r>
                      <a:r>
                        <a:rPr lang="en-IN" sz="1500" b="0" i="0" u="none" strike="noStrike" kern="1200" noProof="0" dirty="0"/>
                        <a:t> /</a:t>
                      </a:r>
                      <a:r>
                        <a:rPr lang="en-IN" sz="1500" b="0" i="0" u="none" strike="noStrike" kern="1200" noProof="0" dirty="0">
                          <a:latin typeface="+mn-lt"/>
                        </a:rPr>
                        <a:t>GOKUL T</a:t>
                      </a:r>
                      <a:endParaRPr lang="en-IN" sz="1500" b="0" i="0" u="none" strike="noStrike" kern="1200" noProof="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5895" lvl="0" indent="-175895">
                        <a:buNone/>
                      </a:pPr>
                      <a:r>
                        <a:rPr lang="en-IN" sz="1200" b="0" i="0" u="none" strike="noStrike" noProof="0" dirty="0">
                          <a:latin typeface="Calibri"/>
                        </a:rPr>
                        <a:t>■   </a:t>
                      </a:r>
                      <a:r>
                        <a:rPr lang="en-IN" sz="1400" b="0" i="0" u="none" strike="noStrike" noProof="0" dirty="0">
                          <a:latin typeface="Calibri"/>
                        </a:rPr>
                        <a:t>Explaining the changes in our kit and discussing about the features of new micro-controller.</a:t>
                      </a:r>
                      <a:endParaRPr lang="en-US" sz="14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87455"/>
                  </a:ext>
                </a:extLst>
              </a:tr>
              <a:tr h="9630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30/04/2022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buNone/>
                      </a:pP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LOGESH KRISHNA R</a:t>
                      </a:r>
                      <a:endParaRPr lang="en-IN" sz="1500" b="0" i="0" u="none" strike="noStrike" kern="1200" noProof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</a:rPr>
                        <a:t> /PRITHIVIRAJ S</a:t>
                      </a:r>
                      <a:r>
                        <a:rPr lang="en-IN" sz="1500" b="0" i="0" u="none" strike="noStrike" kern="1200" noProof="0" dirty="0"/>
                        <a:t> /</a:t>
                      </a:r>
                      <a:r>
                        <a:rPr lang="en-IN" sz="1500" b="0" i="0" u="none" strike="noStrike" kern="1200" noProof="0" dirty="0">
                          <a:latin typeface="+mn-lt"/>
                        </a:rPr>
                        <a:t>GOKUL T</a:t>
                      </a:r>
                      <a:endParaRPr lang="en-IN" sz="1500" b="0" i="0" u="none" strike="noStrike" kern="1200" noProof="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5895" lvl="0" indent="-175895">
                        <a:buNone/>
                      </a:pPr>
                      <a:r>
                        <a:rPr lang="en-IN" sz="1200" b="0" i="0" u="none" strike="noStrike" noProof="0" dirty="0">
                          <a:latin typeface="+mn-lt"/>
                        </a:rPr>
                        <a:t>■  </a:t>
                      </a:r>
                      <a:r>
                        <a:rPr lang="en-IN" sz="1400" b="0" i="0" u="none" strike="noStrike" noProof="0" dirty="0">
                          <a:latin typeface="+mn-lt"/>
                        </a:rPr>
                        <a:t>Displaying our project kit and showed a small demo with sensors and got extra ideas</a:t>
                      </a:r>
                      <a:r>
                        <a:rPr lang="en-IN" sz="1200" b="0" i="0" u="none" strike="noStrike" noProof="0" dirty="0">
                          <a:latin typeface="+mn-lt"/>
                        </a:rPr>
                        <a:t>.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752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8474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8C00E42A26E54B98F15F25452760C6" ma:contentTypeVersion="5" ma:contentTypeDescription="Create a new document." ma:contentTypeScope="" ma:versionID="97ff1ca26665f96af7975baeaa494690">
  <xsd:schema xmlns:xsd="http://www.w3.org/2001/XMLSchema" xmlns:xs="http://www.w3.org/2001/XMLSchema" xmlns:p="http://schemas.microsoft.com/office/2006/metadata/properties" xmlns:ns2="021cedc2-09ad-45f9-9694-78c92e09e1fb" targetNamespace="http://schemas.microsoft.com/office/2006/metadata/properties" ma:root="true" ma:fieldsID="a43f6abd56fa8ee289910688b05a7a02" ns2:_="">
    <xsd:import namespace="021cedc2-09ad-45f9-9694-78c92e09e1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1cedc2-09ad-45f9-9694-78c92e09e1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7E16F3-3EB7-4BC9-A713-A6CC2BB9044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3C63DB2-ACEB-450D-B3D3-63D6AB6402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737C57-015D-42FA-987D-789CE17AB297}">
  <ds:schemaRefs>
    <ds:schemaRef ds:uri="021cedc2-09ad-45f9-9694-78c92e09e1f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902</Words>
  <Application>Microsoft Office PowerPoint</Application>
  <PresentationFormat>On-screen Show (4:3)</PresentationFormat>
  <Paragraphs>216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Contents</vt:lpstr>
      <vt:lpstr>Problem Statement</vt:lpstr>
      <vt:lpstr>Survey on Existing System</vt:lpstr>
      <vt:lpstr>Objective</vt:lpstr>
      <vt:lpstr>PowerPoint Presentation</vt:lpstr>
      <vt:lpstr>Software and Hardware Requirements</vt:lpstr>
      <vt:lpstr>References</vt:lpstr>
      <vt:lpstr>References</vt:lpstr>
      <vt:lpstr>Weekly Plan</vt:lpstr>
      <vt:lpstr>Online Certification Courses</vt:lpstr>
      <vt:lpstr>Guide Meeting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LOGESH KRISHNA</cp:lastModifiedBy>
  <cp:revision>160</cp:revision>
  <dcterms:created xsi:type="dcterms:W3CDTF">2021-02-15T04:09:39Z</dcterms:created>
  <dcterms:modified xsi:type="dcterms:W3CDTF">2022-05-06T04:48:32Z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0x010100338C00E42A26E54B98F15F25452760C6</vt:lpwstr>
  </property>
</Properties>
</file>